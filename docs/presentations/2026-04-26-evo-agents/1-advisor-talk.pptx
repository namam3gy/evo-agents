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274320" cy="13716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972800" cy="12801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Self-Evolving Multi-Agent DAGs from Pure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972800" cy="7315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FD3D7"/>
                </a:solidFill>
                <a:latin typeface="Calibri Light"/>
              </a:rPr>
              <a:t>A pilot study on reflection-only graph evolution — no search, no 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972800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FD3D7"/>
                </a:solidFill>
                <a:latin typeface="Calibri Light"/>
              </a:rPr>
              <a:t>thyun.park · advisor talk · 2026-04-26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One-liner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TL;DR — what we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36454F"/>
                </a:solidFill>
                <a:latin typeface="Calibri Light"/>
              </a:rPr>
              <a:t>Can a multi-agent DAG (topology + personas + edges) be progressively edited by an LLM controller using ONLY in-context reflection over trajectory tapes — no search archive, no MCTS, no RL?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1064240" cy="3383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36454F"/>
                </a:solidFill>
                <a:latin typeface="Calibri Light"/>
              </a:rPr>
              <a:t>• Backbone: Qwen2.5-32B-Instruct (vLLM, single H200, bf16)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36454F"/>
                </a:solidFill>
                <a:latin typeface="Calibri Light"/>
              </a:rPr>
              <a:t>• Domains: FinanceBench / MEDIQ / AgentClinic (post-pivot from GSM8K)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36454F"/>
                </a:solidFill>
                <a:latin typeface="Calibri Light"/>
              </a:rPr>
              <a:t>• Methods compared: CoT · Planner-Executor · Evolved DAG (controller v2)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36454F"/>
                </a:solidFill>
                <a:latin typeface="Calibri Light"/>
              </a:rPr>
              <a:t>• Scoring: test accuracy + paired-accept rate (under streaming evolve)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B85042"/>
                </a:solidFill>
                <a:latin typeface="Calibri Light"/>
              </a:rPr>
              <a:t>  – Controller v1 (n=30): at-or-below baselines on test, 'verifier-add' reflex (H1 weak fail)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B85042"/>
                </a:solidFill>
                <a:latin typeface="Calibri Light"/>
              </a:rPr>
              <a:t>  – Controller v2 (n=30): qualitatively new behavior; test win not yet (noise dominates)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2C5F2D"/>
                </a:solidFill>
                <a:latin typeface="Calibri Light"/>
              </a:rPr>
              <a:t>  – Streaming evolve mode: 4 / 10 paired ACCEPTS in run #1 (vs 1 / 9 legacy)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126480"/>
            <a:ext cx="4114800" cy="411480"/>
          </a:xfrm>
          <a:prstGeom prst="round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§5.2 multi-seed sweep — running NOW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0"/>
            <a:ext cx="22860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017520"/>
            <a:ext cx="10972800" cy="9144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972800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CFD3D7"/>
                </a:solidFill>
                <a:latin typeface="Calibri Light"/>
              </a:rPr>
              <a:t>DAG formalism · baselines · pilot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DAG formalism + the three graph shapes</a:t>
            </a:r>
          </a:p>
        </p:txBody>
      </p:sp>
      <p:pic>
        <p:nvPicPr>
          <p:cNvPr id="4" name="Picture 3" descr="dag_bas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2232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54880"/>
            <a:ext cx="11064240" cy="1737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Graph G = (Agents A, Edges E ⊆ A × A) with reserved START / END nodes; orchestrator runs in topological order.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An agent = (name, persona text). The persona is what the LLM is conditioned on at this node.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Three shapes co-exist: CoT (1 agent), Planner-Executor seed (2 agents, baseline), Evolved (controller-edited).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Pilot infrastructure (single repo, runnable end-to-end)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src/llm.py · OpenAI-compatible chat client (vLLM at :8000)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src/graph.py · Graph + edit ops (add/remove agent + edge, rewrite_persona)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src/orchestrator.py · runs the graph on a Task → Tape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src/controller.py · Reflection LLM that emits an EditBatch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src/evolve.py · legacy + streaming evolve loops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src/score.py · MCQ exact-match (MEDIQ) + LLM-judge (FB / AC)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scripts/run_pilot.py · driver (baselines + evolve + test eval)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uv-managed env, vLLM 0.19.1 patches, gcc auto-install in serve_vllm.sh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21208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Backbone: Qwen2.5-32B-Instruct (bf16, single H200)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212080" cy="44805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vLLM with prefix caching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EVO_GPU_UTIL=0.55 (shared GPU; ~78 GB)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max_model_len = 16384 (controller prompts + tapes)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EVO_MODEL / EVO_BASE_URL env-overridable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Each run writes results/&lt;run_id&gt;/{evolve_log, results, plots/}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Standard plots: accuracy_vs_iter / arch_size / edit_mix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0"/>
            <a:ext cx="22860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017520"/>
            <a:ext cx="10972800" cy="9144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Calibration on GSM8K (calib_01)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972800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CFD3D7"/>
                </a:solidFill>
                <a:latin typeface="Calibri Light"/>
              </a:rPr>
              <a:t>First end-to-end run · what it taught us · why we pivoted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1 —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calib_01 — first calibrated run on GSM8K</a:t>
            </a:r>
          </a:p>
        </p:txBody>
      </p:sp>
      <p:pic>
        <p:nvPicPr>
          <p:cNvPr id="5" name="Picture 4" descr="accuracy_vs_i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852160" cy="3901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371600"/>
            <a:ext cx="51206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Setup: n_val = n_test = 50, seed = 0, max_iters = 3, B = ~66 min wall.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Headline: Evolved 86 % test, CoT 92 %, P-E 90 %.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B85042"/>
                </a:solidFill>
                <a:latin typeface="Calibri Light"/>
              </a:rPr>
              <a:t>  – Evolved underperforms BOTH baselines on test, at 2–3.7× more tokens.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Val saturated (CoT = P-E = 94 %) → no discriminating signal at n = 50.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Controller did emit hypothetical edits — graph mutates, but not towards a useful target.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Pipeline finding: under old accept policy, best_graph and best_val_acc could disagree.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1 —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Insight 1 — Opt-2 strict accept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B85042"/>
                </a:solidFill>
                <a:latin typeface="Calibri Light"/>
              </a:rPr>
              <a:t>• Problem: under accept_slack &gt; 0, best_graph could be replaced by a near-best graph while best_val_acc stayed at the original peak — the two fields disagreed.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Fix (Opt-2 strict): both best_graph and best_val_acc advance only when val_acc &gt; best_val_acc.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Rejected candidates do NOT replace best_graph; ties also REJECT (default accept_slack = 0.0).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Verified on results/smoke_opt2/: tied evolved iterations REJECTED; final best_graph == seed.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2C5F2D"/>
                </a:solidFill>
                <a:latin typeface="Calibri Light"/>
              </a:rPr>
              <a:t>• Why it matters for the rest of the pilot: we need best_graph to be the graph that actually achieved the val score we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1 —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Insight 2 — GSM8K is the wrong testbed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Single-model saturation: Qwen2.5-32B already hits ~94 % CoT — no headroom for multi-agent gain.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Self-contained text: every problem is fully specified — no information asymmetry between agents.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Linear arithmetic: planner / executor decomposition adds no leverage over a single CoT pass.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B85042"/>
                </a:solidFill>
                <a:latin typeface="Calibri Light"/>
              </a:rPr>
              <a:t>• → Multi-agent edits cannot exploit a structural advantage that does not exist in this benchmark.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2C5F2D"/>
                </a:solidFill>
                <a:latin typeface="Calibri Light"/>
              </a:rPr>
              <a:t>• Decision (2026-04-24): pivot to information-asymmetric domains where multi-agent has a real lever.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0"/>
            <a:ext cx="22860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017520"/>
            <a:ext cx="10972800" cy="9144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Domain pivot — three new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972800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CFD3D7"/>
                </a:solidFill>
                <a:latin typeface="Calibri Light"/>
              </a:rPr>
              <a:t>FinanceBench · MEDIQ · AgentClinic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2 — Domain pivot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FinanceBench / MEDIQ / AgentClinic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6576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FinanceBench (LLM-judge)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3657600" cy="45720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10-K extraction QA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GAAP / TTM / fiscal year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Long-context retrieval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Failure: hedging, period mix-up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6576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MEDIQ (MCQ exact-match)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74519"/>
            <a:ext cx="3657600" cy="45720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Clinical vignette → MCQ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Differential diagnosis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Base-rate reasoning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Failure: demographic blindness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6576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AgentClinic (LLM-judge)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874519"/>
            <a:ext cx="3657600" cy="45720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Single-pass clinical case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Specialty routing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Decisive answer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Failure: triage error, hedging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97BC62"/>
                </a:solidFill>
                <a:latin typeface="Calibri Light"/>
              </a:rPr>
              <a:t>Sanity n=3 per benchmark passed (results/sanity_{financebench,mediq,agentclinic}/) — pipeline runs end-to-end on all three.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0"/>
            <a:ext cx="22860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017520"/>
            <a:ext cx="10972800" cy="9144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v1 controller @ n =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972800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CFD3D7"/>
                </a:solidFill>
                <a:latin typeface="Calibri Light"/>
              </a:rPr>
              <a:t>First domain-pivot measurement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3 — v1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v1 controller @ n = 30 — three-domain measurement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715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CoT test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P-E test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Evolved test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 vs best baseline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57150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FinanceBench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70.0 %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66.7 %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70.0 %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0 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MEDIQ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43.3 %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43.3 %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50.0 %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+6.7 pp (within ±18 pp noise)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AgentClinic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66.7 %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70.0 %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70.0 %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0 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23360"/>
            <a:ext cx="11064240" cy="23774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Setup: --n-train 10 --n-val 30 --n-test 30 --max-iters 3 --seed 0.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FinanceBench: same `add_verifier` edit emitted 3 rounds in a row — no domain vocabulary.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MEDIQ: edits varied after iter 2 was ACCEPTED; some specialty mention.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AgentClinic: alternated `summarizer ↔ verifier`.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B85042"/>
                </a:solidFill>
                <a:latin typeface="Calibri Light"/>
              </a:rPr>
              <a:t>• Read: H1 weakly falsified at this controller version. Headroom likely exists, but v1 is too thin to exploit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3 — v1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Insight — the v1 'verifier-add' reflex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Across all three domains, v1's most common edit was a generic `add_agent('verifier')`.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Rationales were plausible-sounding but content-free — no GAAP, no differential diagnosis, no triage.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6454F"/>
                </a:solidFill>
                <a:latin typeface="Calibri Light"/>
              </a:rPr>
              <a:t>• v1 system prompt was only ~30 lines: 'edit the graph, here are the ops'. No notion of domain expertise, no persona-authoring rules, no anti-repeat.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2C5F2D"/>
                </a:solidFill>
                <a:latin typeface="Calibri Light"/>
              </a:rPr>
              <a:t>• Hypothesis (drives H2): a thicker, domain-grounded controller can produce specialist personas that the v1 controller architecturally cannot.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0"/>
            <a:ext cx="22860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017520"/>
            <a:ext cx="10972800" cy="9144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Controller v2 — organization 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972800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CFD3D7"/>
                </a:solidFill>
                <a:latin typeface="Calibri Light"/>
              </a:rPr>
              <a:t>System-prompt redesign · domain briefs · specialist personas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4 — v2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v1 vs v2 — same loop, different conditioning</a:t>
            </a:r>
          </a:p>
        </p:txBody>
      </p:sp>
      <p:pic>
        <p:nvPicPr>
          <p:cNvPr id="5" name="Picture 4" descr="controller_v1_v2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64240" cy="43995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97BC62"/>
                </a:solidFill>
                <a:latin typeface="Calibri Light"/>
              </a:rPr>
              <a:t>Same reflection loop — only the SYSTEM prompt and the side-channel domain brief differ. Output style flips from generic 'add verifier' to cited specialist personas.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4 — v2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What's new in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Org-designer framing: 'design an organization of domain experts that solves these tasks better than the seed P-E.'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Mandatory persona-authoring rules: each new agent must cite specialty + concrete procedure; generic verifier/summarizer FORBIDDEN unless paired with specialty.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Domain briefs (data/briefs/{financebench,mediq,agentclinic}.md, ~80–110 lines): task style, failure modes, useful expertise, anti-patterns.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Active prune incentive: encourage `remove_agent` when an agent contributes nothing.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Anti-repeat rule (string-level): 'do not repeat a rejected edit' (will be tightened to concept-level later).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v2 sanity n=10 across 3 domains: specialist names appear (gaap_analyst, period_validator, differential_diagnostician, adolescent_specialist, …) — qualitative shift confirmed.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4 — v2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v2 @ n = 30 — measurement noise dominates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5715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CoT test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P-E test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Evolved test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 vs best baseline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best_graph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57150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FinanceBench (16k)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73.3 %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70.0 %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83.3 %*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+10 pp*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seed (all REJECT)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MEDIQ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43.3 %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46.7 %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43.3 %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−3.4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3-agent (iter 2 ACCEPT)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AgentClinic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60.0 %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73.3 %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66.7 %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−6.6 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seed (all REJECT)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23360"/>
            <a:ext cx="11064240" cy="2468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B85042"/>
                </a:solidFill>
                <a:latin typeface="Calibri Light"/>
              </a:rPr>
              <a:t>• FinanceBench's +10 pp is SAME-GRAPH noise: best_graph == seed, yet test acc moved 13 pp from the simultaneous P-E run. Cannot be cited as a v2 win.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AgentClinic iter-3 (REJECTED but notable): proposed triage → {gastro, cardio} → END. A literal specialty-department department; rejected on val tie under Opt-2 strict.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2C5F2D"/>
                </a:solidFill>
                <a:latin typeface="Calibri Light"/>
              </a:rPr>
              <a:t>• Read: H2 BEHAVIOR satisfied (specialist personas, varied edits, prune); H2 TEST WIN not yet.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4 — v2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Insight — same-graph cross-run noise is ±13 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FinanceBench v2 evolved test = 83.3 %, but best_graph was the seed P-E.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Yet a parallel P-E test run on the same split scored 70 %. Same graph, two different test draws.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Difference 13 pp comes from: (a) vLLM batch-ordering, (b) KV-cache state non-determinism, (c) tqdm-driven scheduling differences, (d) sample selection at n = 30.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B85042"/>
                </a:solidFill>
                <a:latin typeface="Calibri Light"/>
              </a:rPr>
              <a:t>• → Architectural effect on test ≤ ±13 pp at n = 30 cannot be distinguished from re-run noise. The signal we want is BELOW the noise floor at this measurement scale.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2C5F2D"/>
                </a:solidFill>
                <a:latin typeface="Calibri Light"/>
              </a:rPr>
              <a:t>• Practical consequence: under Opt-2 strict + per-iter wall budget, most architectural changes get rejected before they can be evaluated over multiple noise-averaged batches. Drives the streaming pivot.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0"/>
            <a:ext cx="22860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017520"/>
            <a:ext cx="10972800" cy="9144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Streaming evolve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972800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CFD3D7"/>
                </a:solidFill>
                <a:latin typeface="Calibri Light"/>
              </a:rPr>
              <a:t>Bootstrap-sampled mini-batches · paired comparison · run #1 on MEDIQ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5 — Streaming evolve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Why streaming — paired-batch comparison kills cross-batch noise</a:t>
            </a:r>
          </a:p>
        </p:txBody>
      </p:sp>
      <p:pic>
        <p:nvPicPr>
          <p:cNvPr id="5" name="Picture 4" descr="paired_batc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38875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0"/>
            <a:ext cx="11064240" cy="1554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Each round draws a bootstrap mini-batch (B tasks) from train + val pool. Both best and candidate are evaluated on the SAME batch.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Decision: ACCEPT iff c_acc &gt; b_acc + ε. Δ is INSIDE-batch, so cross-batch difficulty drift cancels.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Wall scales linearly with B: at B=100, ~52 min/round; at B=20, ~10 min/round.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5 — Streaming evolve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Run #1 paired Δ — streaming fires</a:t>
            </a:r>
          </a:p>
        </p:txBody>
      </p:sp>
      <p:pic>
        <p:nvPicPr>
          <p:cNvPr id="5" name="Picture 4" descr="per_round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680960" cy="3430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371600"/>
            <a:ext cx="338328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MEDIQ B=100 R=10 seed=0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wall ≈ 9 h 45 min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4 / 10 ACCEPTS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2 / 10 reject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4 / 10 INVALID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B85042"/>
                </a:solidFill>
                <a:latin typeface="Calibri Light"/>
              </a:rPr>
              <a:t>• INVALIDs all 'max_agents reached' at cap=6 (3 of 4) or orphaned-prune (1 of 4).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2C5F2D"/>
                </a:solidFill>
                <a:latin typeface="Calibri Light"/>
              </a:rPr>
              <a:t>• Compare: v2 legacy across 3 domains × 3 iters = 1 ACCEPT total.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5 — Streaming evolve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Run #1 DAG evolution — five snapshots</a:t>
            </a:r>
          </a:p>
        </p:txBody>
      </p:sp>
      <p:pic>
        <p:nvPicPr>
          <p:cNvPr id="5" name="Picture 4" descr="dag_evolution_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1179576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86400"/>
            <a:ext cx="11064240" cy="10058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36454F"/>
                </a:solidFill>
                <a:latin typeface="Calibri Light"/>
              </a:rPr>
              <a:t>Specialist personas accumulate through R4 (differential_diagnostician → epidemiology_consultant → adolescent_specialist). R5–R7 are reject / INVALID. R8 ACCEPTS a planner-prune + differential_generator — an organisational reorg, not just an addition.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5 — Streaming evolve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Token cost vs test accuracy — streaming run #1</a:t>
            </a:r>
          </a:p>
        </p:txBody>
      </p:sp>
      <p:pic>
        <p:nvPicPr>
          <p:cNvPr id="5" name="Picture 4" descr="token_cost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132320" cy="44541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371600"/>
            <a:ext cx="393192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CoT 68 % @ 0.46k tok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P-E 58 % @ 0.79k tok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Evolved 62 % @ 2.90k tok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B85042"/>
                </a:solidFill>
                <a:latin typeface="Calibri Light"/>
              </a:rPr>
              <a:t>• More tokens did NOT buy accuracy on this MEDIQ split.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  – Evolved beats P-E by +4 pp at 6.3× tokens.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  – Evolved loses to CoT by 6 pp at 6.3× tokens.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2C5F2D"/>
                </a:solidFill>
                <a:latin typeface="Calibri Light"/>
              </a:rPr>
              <a:t>• Don't cite this number as a 'streaming wins' result. The publishable signal is paired ACCEPT activity.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5 — Streaming evolve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Three blockers identified before §5.2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657600" cy="457200"/>
          </a:xfrm>
          <a:prstGeom prst="round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(1) Pass criterion broken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3657600" cy="45720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36454F"/>
                </a:solidFill>
                <a:latin typeface="Calibri Light"/>
              </a:rPr>
              <a:t>• `best_val_acc &gt; seed_batch_acc` compares MAX over independent bootstrap batches of varying difficulty — not a quality signal.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36454F"/>
                </a:solidFill>
                <a:latin typeface="Calibri Light"/>
              </a:rPr>
              <a:t>• Fix: drop it. Score on test acc + paired-accept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657600" cy="457200"/>
          </a:xfrm>
          <a:prstGeom prst="round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(2) max_agents=6 binds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74519"/>
            <a:ext cx="3657600" cy="45720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36454F"/>
                </a:solidFill>
                <a:latin typeface="Calibri Light"/>
              </a:rPr>
              <a:t>• After R4 the graph has 6 agents; controller (which doesn't see the cap) keeps proposing add_agent → INVALID.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36454F"/>
                </a:solidFill>
                <a:latin typeface="Calibri Light"/>
              </a:rPr>
              <a:t>• 3 of 4 INVALID rounds are this exact pattern (~30 min/round burned).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36454F"/>
                </a:solidFill>
                <a:latin typeface="Calibri Light"/>
              </a:rPr>
              <a:t>• Fix: surface the cap in the prompt + raise default to 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657600" cy="457200"/>
          </a:xfrm>
          <a:prstGeom prst="round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(3) Anti-repeat is string-level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874519"/>
            <a:ext cx="3657600" cy="45720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36454F"/>
                </a:solidFill>
                <a:latin typeface="Calibri Light"/>
              </a:rPr>
              <a:t>• Controller renamed the same 'case feature extractor' role 5×: differential_generator → clinical_filter → pediatrician.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36454F"/>
                </a:solidFill>
                <a:latin typeface="Calibri Light"/>
              </a:rPr>
              <a:t>• Anti-repeat rule reads: 'don't repeat a REJECTED edit' — which the model interprets at the string level.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36454F"/>
                </a:solidFill>
                <a:latin typeface="Calibri Light"/>
              </a:rPr>
              <a:t>• Fix: add concept-level callout in the system prompt.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0"/>
            <a:ext cx="22860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017520"/>
            <a:ext cx="10972800" cy="9144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§5.1.5 patches + sanity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972800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CFD3D7"/>
                </a:solidFill>
                <a:latin typeface="Calibri Light"/>
              </a:rPr>
              <a:t>Mechanical fixes for the three blockers · sanity validated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6 — Pre-§5.2 patches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Patches landed (commit 8405c78)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src/controller.py: `propose_edits` takes `max_agents` kwarg.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  – `_build_user_prompt` opens with a `# Constraints` block (`max_agents = N, current n_agents = n. K agent slots remaining before the cap.`).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  – When `n_agents == max_agents`, slack line becomes `AT CAP — only remove_agent / rewrite_persona / topology edits are allowed.`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SYSTEM prompt adds a prune-DAG reminder ('removing X must not orphan any agent that depended on X').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SYSTEM prompt adds a concept-level anti-repeat callout ('rename ≠ different idea').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src/evolve.py: legacy + streaming loops both thread `max_agents` through to `propose_edits`.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scripts/run_pilot.py: --max-agents default 6 → 8 (fits triage + 2-3 specialists + answer).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2C5F2D"/>
                </a:solidFill>
                <a:latin typeface="Calibri Light"/>
              </a:rPr>
              <a:t>• Doc patch (4): `best_val_acc &gt; seed_batch_acc` already replaced by test acc + paired-accept rate in §5.2 / pilot.md §8.4 — no further edits needed.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6 — Pre-§5.2 patches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sanity_streaming_v3_mediq_s0 — patches green for §5.2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38912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Round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b_acc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c_acc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Δpp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Edits (brief)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38912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60.0 %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seed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(planner+executor, 2 ag 4 ed)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60.0 %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60.0 %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+differential_diagnostician (3 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50.0 %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55.0 %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+5.0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ACCEPT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+differential_diagnostician (same as r1)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65.0 %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65.0 %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+base_rate_consultant (would be 4 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40480"/>
            <a:ext cx="11064240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Wall ≈ 50 min total (B=20 R=3, baselines + n_test=30 eval). Per-round wall ~10 min — linear scale from B=100's 52 min.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Direct `_build_user_prompt(max_agents=8, n_agents=2)` invocation confirms the `# Constraints` block renders.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Test n=30: CoT 43.3 % / P-E 56.7 % / Evolved 43.3 %. Sanity is for *patches function*, not test win.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B85042"/>
                </a:solidFill>
                <a:latin typeface="Calibri Light"/>
              </a:rPr>
              <a:t>• Cap-binding (n_ag never reaches 8) and concept-level anti-repeat firing not exercised at R=3 — defer to §5.2.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6454F"/>
                </a:solidFill>
                <a:latin typeface="Calibri Light"/>
              </a:rPr>
              <a:t>• Round 2 ACCEPTED an exact-string-repeat of round 1's rejected edit on a different bootstrap batch — the soft-constraint anti-repeat did not inhibit. Will be re-examined at B=100 R=10.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Stage 7 — Live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§5.2 — ongoing right now (MEDIQ seed=1)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4572000" cy="457200"/>
          </a:xfrm>
          <a:prstGeom prst="round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Run started 2026-04-26 05:41 UTC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280160"/>
            <a:ext cx="36576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ETA ≈ 16:00 UTC (10 h wall)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b_acc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c_acc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Δpp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54.0 %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51.0 %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−3.0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reject (big overhaul)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64.0 %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66.0 %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+2.0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ACCEPT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45.0 %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40.0 %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−5.0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 b="0">
                          <a:solidFill>
                            <a:srgbClr val="36454F"/>
                          </a:solidFill>
                          <a:latin typeface="Calibri Light"/>
                        </a:rPr>
                        <a:t>reject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3920" y="1920240"/>
            <a:ext cx="3291840" cy="41148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36454F"/>
                </a:solidFill>
                <a:latin typeface="Calibri Light"/>
              </a:rPr>
              <a:t>• Per-round wall: 45 / 50 / 73 min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36454F"/>
                </a:solidFill>
                <a:latin typeface="Calibri Light"/>
              </a:rPr>
              <a:t>• 1 ACCEPT in 3 rounds so far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36454F"/>
                </a:solidFill>
                <a:latin typeface="Calibri Light"/>
              </a:rPr>
              <a:t>• Pace consistent with run #1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36454F"/>
                </a:solidFill>
                <a:latin typeface="Calibri Light"/>
              </a:rPr>
              <a:t>• 7 rounds remaining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97BC62"/>
                </a:solidFill>
                <a:latin typeface="Calibri Light"/>
              </a:rPr>
              <a:t>• Slides will be updated once the run completes.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36454F"/>
                </a:solidFill>
                <a:latin typeface="Calibri Light"/>
              </a:rPr>
              <a:t>Score on test acc + paired-accept rate (per pilot §8.4 option C). DO NOT re-introduce best_val_acc &gt; seed_batch_acc.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0"/>
            <a:ext cx="22860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017520"/>
            <a:ext cx="10972800" cy="9144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Novelty &amp; weaknesses (honest)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972800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CFD3D7"/>
                </a:solidFill>
                <a:latin typeface="Calibri Light"/>
              </a:rPr>
              <a:t>What's actually new · what's still soft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Honest self-assessment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Novelty — the three real differentiators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 Reflection-only multi-agent evolution (no search archive, no MCTS, no RL)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ADAS / AFlow / GPTSwarm / MaAS / Puppeteer all rely on search or RL.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Our controller is purely an in-context reflector over trajectory tapes on a frozen backbone.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106424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 Controller v2 — organization-designer framing + per-domain briefs + specialist personas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1064240" cy="12801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Persona-authoring rules force domain vocabulary (gaap_analyst, differential_diagnostician, …).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Briefs let the same backbone behave like a specialist on each domain without retraining.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120640"/>
            <a:ext cx="1106424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 Streaming paired-batch evolve mode — accept rate jumps from 1 / 9 to 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Eliminates cross-batch difficulty noise that was rejecting most architectural changes under legacy.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Honest self-assessment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Weaknesses — what we should NOT claim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B85042"/>
                </a:solidFill>
                <a:latin typeface="Calibri Light"/>
              </a:rPr>
              <a:t>• v2 @ n=30 does NOT beat baselines on test in any of the three domains.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B85042"/>
                </a:solidFill>
                <a:latin typeface="Calibri Light"/>
              </a:rPr>
              <a:t>• ±13 pp same-graph cross-run noise dominates the architectural effect at this n. The signal is below the noise floor.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B85042"/>
                </a:solidFill>
                <a:latin typeface="Calibri Light"/>
              </a:rPr>
              <a:t>• LLM-judge is same-family Qwen → self-bias risk on FinanceBench / AgentClinic.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B85042"/>
                </a:solidFill>
                <a:latin typeface="Calibri Light"/>
              </a:rPr>
              <a:t>• Single backbone (Qwen2.5-32B) and single judge.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B85042"/>
                </a:solidFill>
                <a:latin typeface="Calibri Light"/>
              </a:rPr>
              <a:t>• Streaming wall is 9-10 h × seed × domain → 3 × 3 sweep is ~90 h on a shared GPU.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B85042"/>
                </a:solidFill>
                <a:latin typeface="Calibri Light"/>
              </a:rPr>
              <a:t>• ADAS / MaAS / Puppeteer direct comparison NOT done yet (reviewer question #0).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B85042"/>
                </a:solidFill>
                <a:latin typeface="Calibri Light"/>
              </a:rPr>
              <a:t>• Concept-level anti-repeat is a soft constraint and may not fire — sanity_v3 round 2 was an exact repeat.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36454F"/>
                </a:solidFill>
                <a:latin typeface="Calibri"/>
              </a:rPr>
              <a:t>What's next + 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457200"/>
          </a:xfrm>
          <a:prstGeom prst="round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Critical path → EMNLP 2026 ARR (D-31, 2026-05-25)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4805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2C5F2D"/>
                </a:solidFill>
                <a:latin typeface="Calibri Light"/>
              </a:rPr>
              <a:t>• §5.2 multi-seed v2 streaming sweep (3 domains × 3 seeds, MEDIQ seed=1 running now). ~90 h.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§5.3 Random-persona ablation (replace v2 personas with random text of same count).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§5.4 Harness ablation (controller on/off, random topo, fixed topo).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§5.5 Add a second backbone (Qwen3-72B + one of Claude / GPT API).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§5.6 Replace LLM-judge with a different family (Claude Haiku 4.5 or GPT-4.1-mini).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B85042"/>
                </a:solidFill>
                <a:latin typeface="Calibri Light"/>
              </a:rPr>
              <a:t>• §5.7 ADAS + (MaAS or Puppeteer or EvoMAC) direct baselines — non-negotiable for reviewer.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6454F"/>
                </a:solidFill>
                <a:latin typeface="Calibri Light"/>
              </a:rPr>
              <a:t>• Failure-mode taxonomy (MAST-style), cost Pareto pipeline, judge-calibration experiment.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36454F"/>
                </a:solidFill>
                <a:latin typeface="Calibri Light"/>
              </a:rPr>
              <a:t>Fallback venues: NeurIPS D&amp;B (D-12, very aggressive) / EMNLP direct commitment (D-100) / NeurIPS workshops (summer).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64240" cy="118872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Thank you —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49039"/>
            <a:ext cx="11064240" cy="1463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CFD3D7"/>
                </a:solidFill>
                <a:latin typeface="Calibri Light"/>
              </a:rPr>
              <a:t>Roadmap dashboard: references/roadmap.md · code: github.com/namam3gy (project repo)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