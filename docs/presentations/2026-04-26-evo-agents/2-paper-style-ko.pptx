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274320" cy="137160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972800" cy="146304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성찰만으로 진화하는 멀티-에이전트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972800" cy="9144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CFD3D7"/>
                </a:solidFill>
                <a:latin typeface="NanumGothic"/>
              </a:rPr>
              <a:t>검색·강화학습 없이 in-context reflection 만으로 그래프를 점진적으로 편집하는 파일럿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972800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CFD3D7"/>
                </a:solidFill>
                <a:latin typeface="NanumGothic"/>
              </a:rPr>
              <a:t>thyun.park · 논문화 형식 발표 자료 · 2026-04-26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초록 (Abstract)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6454F"/>
                </a:solidFill>
                <a:latin typeface="NanumGothic"/>
              </a:rPr>
              <a:t>본 연구는 멀티-에이전트 DAG (위상 + 페르소나 + 엣지)를 LLM 컨트롤러가 오직 in-context 성찰(reflection)만으로 점진적 편집할 수 있는지 묻는 파일럿 연구이다. 컨트롤러는 검색 알고리즘이나 RL 학습 없이, 워커 에이전트들의 trajectory tape을 읽어 다음 라운드에 적용할 EditBatch만 출력한다.
Qwen2.5-32B 백본 위에서 FinanceBench / MEDIQ / AgentClinic 세 도메인을 대상으로 베이스라인 (CoT, Planner-Executor)과 진화 그래프를 비교한다.
v1 컨트롤러는 도메인 어휘 없는 'verifier 추가' 반사 행동만 보였고, v2 컨트롤러는 'organization-designer' 프레이밍 + 도메인 brief 도입으로 전문가 페르소나 (예: differential_diagnostician, gaap_analyst)를 출력했다. 측정 노이즈 ±13pp가 architectural 효과를 가리는 문제를 발견하여 streaming evolve 모드 (paired-batch)를 도입했고, 이는 첫 실제 run에서 4/10 paired ACCEPT를 달성 (legacy 1/9 대비). 다중 시드 sweep은 진행 중이다.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0"/>
            <a:ext cx="228600" cy="82296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10972800" cy="9144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1. 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023360"/>
            <a:ext cx="10972800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FD3D7"/>
                </a:solidFill>
                <a:latin typeface="NanumGothic"/>
              </a:rPr>
              <a:t>동기 · 문제 · 기여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1.1 연구 동기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6454F"/>
                </a:solidFill>
                <a:latin typeface="NanumGothic"/>
              </a:rPr>
              <a:t>• 단일 LLM은 강하지만, 도메인-특화 작업에서 'planner / specialist / verifier' 식 역할 분리가 정확도를 끌어올린다는 보고가 다수.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36454F"/>
                </a:solidFill>
                <a:latin typeface="NanumGothic"/>
              </a:rPr>
              <a:t>• 그러나 멀티-에이전트 그래프(누가 누구에게 input을 주는지)를 어떻게 자동으로 디자인할지는 여전히 열린 문제.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36454F"/>
                </a:solidFill>
                <a:latin typeface="NanumGothic"/>
              </a:rPr>
              <a:t>• 기존 접근은 (a) 검색 — ADAS / AFlow / GPTSwarm / MaAS / Puppeteer (NeurIPS 2025), (b) RL 미세조정 두 갈래.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2C5F2D"/>
                </a:solidFill>
                <a:latin typeface="NanumGothic"/>
              </a:rPr>
              <a:t>• 질문: 학습이나 검색 없이, 단지 trajectory tape을 LLM에게 보여주고 그래프를 직접 편집하라고 하면 (= 성찰), 그것만으로 진화가 일어날 수 있는가?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서론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1.2 기여 (Contributions)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NanumGothic"/>
              </a:rPr>
              <a:t>(1) Reflection-only 멀티-에이전트 진화 — 검색·RL 없이 그래프를 점진적 편집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64240" cy="8229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6454F"/>
                </a:solidFill>
                <a:latin typeface="NanumGothic"/>
              </a:rPr>
              <a:t>Trajectory tape → 컨트롤러 LLM → EditBatch → apply_edits() 의 단순 루프.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106424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NanumGothic"/>
              </a:rPr>
              <a:t>(2) v2 컨트롤러: organization-designer 프레이밍 + 도메인 brief + 전문가 persona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46120"/>
            <a:ext cx="11064240" cy="8229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6454F"/>
                </a:solidFill>
                <a:latin typeface="NanumGothic"/>
              </a:rPr>
              <a:t>도메인 어휘를 강제하여 generic 'verifier' 반사를 방지; 같은 backbone이 도메인별로 다른 전문가처럼 행동하게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14800"/>
            <a:ext cx="1106424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NanumGothic"/>
              </a:rPr>
              <a:t>(3) Streaming paired-batch evolve mode — paired ACCEPT 비율을 1/9 → 4/10 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9144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6454F"/>
                </a:solidFill>
                <a:latin typeface="NanumGothic"/>
              </a:rPr>
              <a:t>라운드별 부트스트랩 미니배치에서 best와 candidate를 같은 batch로 평가하여 cross-batch 노이즈를 제거; architectural 변경이 노이즈에 묻히지 않도록 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0"/>
            <a:ext cx="228600" cy="82296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10972800" cy="9144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2. 관련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023360"/>
            <a:ext cx="10972800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FD3D7"/>
                </a:solidFill>
                <a:latin typeface="NanumGothic"/>
              </a:rPr>
              <a:t>검색-기반 · RL-기반 · 본 연구의 자리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관련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2.1 검색·RL 기반 멀티-에이전트 자동 설계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67056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방법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메커니즘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특징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본 연구 대비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67056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ADAS (2024)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Archive 검색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메타-에이전트가 candidate archive에서 선택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검색 archive 사용 — 본 연구는 미사용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7056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AFlow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MCTS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워크플로우 트리 탐색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MCTS 사용 — 본 연구는 미사용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GPTSwarm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Graph search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Edge importance 학습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학습 신호 사용 — 본 연구는 미사용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7056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MaAS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Supernet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Multi-agent supernet 가지치기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supernet 학습 사용 — 본 연구는 미사용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Puppeteer (NeurIPS '25)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RL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마스터 에이전트가 액션-같은 협업 결정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RL 사용 — 본 연구는 미사용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2C5F2D"/>
                </a:solidFill>
                <a:latin typeface="NanumGothic"/>
              </a:rPr>
              <a:t>전부 검색 절차나 학습 신호를 가정. 본 연구는 frozen backbone + in-context reflection만 사용.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관련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2.2 본 연구의 차별점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2C5F2D"/>
                </a:solidFill>
                <a:latin typeface="NanumGothic"/>
              </a:rPr>
              <a:t>• 본 연구는 frozen LLM + 자연어 trajectory tape + EditBatch 출력만으로 그래프를 co-evolve (위상 + 페르소나 + 엣지) 한다. 학습도, 검색도 없다.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그래서 'reflection-only' 라는 좁은 슬롯에 위치한다 — 좁다는 것은 곧 reviewer가 쉽게 공격할 수 있는 부분이기도 하다.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Caveat (project.md 기준): 이 차별점만으로는 NeurIPS 2026 main 합격 기준을 자체 평가에서 충족하지 않는다 (3-6% acceptance 추정). EMNLP 2026 ARR (~5-10%)이 현실적 1차 목표.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약점에 대한 정직한 정리는 §10 (한계)에서 다룬다.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0"/>
            <a:ext cx="228600" cy="82296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10972800" cy="9144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3.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023360"/>
            <a:ext cx="10972800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FD3D7"/>
                </a:solidFill>
                <a:latin typeface="NanumGothic"/>
              </a:rPr>
              <a:t>DAG / Agent / Edit · Reflection-only 가정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3.1 그래프와 편집 연산</a:t>
            </a:r>
          </a:p>
        </p:txBody>
      </p:sp>
      <p:pic>
        <p:nvPicPr>
          <p:cNvPr id="5" name="Picture 4" descr="dag_bas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2268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54880"/>
            <a:ext cx="11064240" cy="173736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그래프 G = (Agents A, Edges E ⊆ A × A), START / END 예약 노드 포함; orchestrator가 topological order로 실행.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Agent = (name, persona text). Persona는 해당 노드에서 LLM이 조건화되는 텍스트.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편집 연산: add_agent / remove_agent / rewrite_persona / add_edge / remove_edge. 한 라운드에 1-3 연산을 묶어 EditBatch로 출력.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3.2 Reflection-only 가정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백본 weights는 동결 (no fine-tune, no RL).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컨트롤러 LLM은 검색 archive를 가지지 않는다 — 받는 입력은 trajectory tape + (필요시) domain brief뿐.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출력 = 다음 그래프 상태에 적용할 EditBatch (rationale + edits 리스트).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Accept rule = (legacy) val_acc 비교 / (streaming) paired b_acc vs c_acc on the same batch.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2C5F2D"/>
                </a:solidFill>
                <a:latin typeface="NanumGothic"/>
              </a:rPr>
              <a:t>• 이 가정은 의도적으로 좁다. 'in-context reflection 만으로 어디까지 가능한가?'를 측정하기 위해.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0"/>
            <a:ext cx="228600" cy="82296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10972800" cy="9144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4. 방법 (Method)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023360"/>
            <a:ext cx="10972800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FD3D7"/>
                </a:solidFill>
                <a:latin typeface="NanumGothic"/>
              </a:rPr>
              <a:t>Controller v2 · Domain brief · Streaming paired-batch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4.1 Controller v2 — organization designer 프레이밍</a:t>
            </a:r>
          </a:p>
        </p:txBody>
      </p:sp>
      <p:pic>
        <p:nvPicPr>
          <p:cNvPr id="5" name="Picture 4" descr="controller_v1_v2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45449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97BC62"/>
                </a:solidFill>
                <a:latin typeface="NanumGothic"/>
              </a:rPr>
              <a:t>v1과 v2는 같은 reflection 루프를 공유한다. 차이는 SYSTEM prompt와 side-channel domain brief뿐.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4.2 Persona 작성 규칙 + 도메인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각 신규 agent는 (a) 인용된 specialty + (b) 구체적 procedure를 페르소나 텍스트에 포함해야 함.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Generic 'verifier / summarizer / critic'는 specialty와 짝짓지 않으면 금지.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도메인 brief (data/briefs/{financebench,mediq,agentclinic}.md, ~80-110 줄):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  – task style, failure modes, useful expertise, useful patterns, anti-patterns 등을 포함한 사전 작성된 자연어 문서.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2C5F2D"/>
                </a:solidFill>
                <a:latin typeface="NanumGothic"/>
              </a:rPr>
              <a:t>• 브리프는 user prompt에 prefix로 포함되어 컨트롤러가 같은 backbone임에도 도메인별로 다른 전문가처럼 행동하게 만든다.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Anti-repeat rule: '거부된 edit을 반복하지 말 것' + 'rename ≠ different idea' (concept-level).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4.3 Streaming paired-batch evolve mode</a:t>
            </a:r>
          </a:p>
        </p:txBody>
      </p:sp>
      <p:pic>
        <p:nvPicPr>
          <p:cNvPr id="5" name="Picture 4" descr="paired_batc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38875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212080"/>
            <a:ext cx="11064240" cy="1371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라운드별 부트스트랩 미니배치 (B 태스크, train+val 풀에서 with-replacement) 추출.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best_graph와 candidate (apply_edits 결과) 둘 다 같은 batch로 평가 → b_acc, c_acc.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ACCEPT iff c_acc &gt; b_acc + ε. Cross-batch 난이도 drift는 paired 비교에서 cancel.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4.4 Accept rule + max_agents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Legacy mode (Opt-2 strict): best_graph / best_val_acc는 strict val 향상 시에만 advance (val_acc &gt; best_val_acc); tie REJECT.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Streaming mode: paired Δ &gt; ε 채택 (default ε = 0.0).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2C5F2D"/>
                </a:solidFill>
                <a:latin typeface="NanumGothic"/>
              </a:rPr>
              <a:t>• max_agents 제약: 그래프 크기 cap. Default 8 (triage + 2-3 specialists + answer chain 수용). 컨트롤러 user prompt에 `# Constraints` 블록으로 노출.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n_agents == max_agents 도달 시 user prompt에 'AT CAP — only remove_agent / rewrite_persona / topology edits are allowed.' 명시.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Prune-DAG reminder: 'X를 제거하면 X에 의존했던 agent를 orphan시키지 말 것'.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5. 구현 (Implementation)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src/llm.py — OpenAI-compatible chat client (vLLM @ :8000)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src/graph.py — Graph + edit ops + DAG validity 검사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src/orchestrator.py — Task → Tape 실행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src/controller.py — Reflection LLM, propose_edits()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src/evolve.py — legacy + streaming evolve loops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src/score.py — MCQ exact-match (MEDIQ) + LLM-judge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scripts/run_pilot.py — 드라이버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scripts/serve_vllm.sh — vLLM 0.19.1 + gcc 자동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30352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NanumGothic"/>
              </a:rPr>
              <a:t>백본: Qwen2.5-32B-Instruct (bf16, single H200)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303520" cy="448056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vLLM + prefix caching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EVO_GPU_UTIL=0.55 (공유 GPU)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max_model_len = 16384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uv-managed env, .python-version pin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각 run: results/&lt;run_id&gt;/{evolve_log.json, results.json, plots/}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97BC62"/>
                </a:solidFill>
                <a:latin typeface="NanumGothic"/>
              </a:rPr>
              <a:t>• 코드 + 결과: github.com/namam3gy (project repo)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6.1 실험 설정 — 도메인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65760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NanumGothic"/>
              </a:rPr>
              <a:t>FinanceBench (LLM-judge)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657600" cy="4572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10-K 추출 QA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GAAP / TTM / 회계연도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긴 컨텍스트 retrieval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실패: hedging, 기간 혼동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NanumGothic"/>
              </a:rPr>
              <a:t>MEDIQ (MCQ exact-match)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783080"/>
            <a:ext cx="3657600" cy="4572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임상 vignette → MCQ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감별 진단 (differential dx)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Base-rate reasoning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실패: 인구학 무시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65760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NanumGothic"/>
              </a:rPr>
              <a:t>AgentClinic (LLM-judge)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83080"/>
            <a:ext cx="3657600" cy="4572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single-pass 임상 케이스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Specialty routing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Decisive answer 요구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실패: triage 오류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36454F"/>
                </a:solidFill>
                <a:latin typeface="NanumGothic"/>
              </a:rPr>
              <a:t>공통: Qwen2.5-32B-Instruct, val/test sample 분할 별도, seed 명시.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6.2 측정 지표 + 노이즈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Test acc — 보유한 test split (n=30 또는 n=50)에서의 정확도.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Paired-accept rate — streaming mode에서 ACCEPT된 라운드 수 / 전체 유효 라운드.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Token cost — controller_tokens + worker_tokens 합 (run 단위).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Same-graph 노이즈 floor ≈ ±13pp at n=30 (FinanceBench v2 retry 사례; vLLM batch-ordering, KV-cache state 비결정성, sample 분할 조합).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2C5F2D"/>
                </a:solidFill>
                <a:latin typeface="NanumGothic"/>
              </a:rPr>
              <a:t>• → n=30 단일 시드에서 도출한 architectural Δ는 노이즈 안에 묻힘. 다중 시드/배치 평균이 필수.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0"/>
            <a:ext cx="228600" cy="82296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10972800" cy="9144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7. 실험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023360"/>
            <a:ext cx="10972800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FD3D7"/>
                </a:solidFill>
                <a:latin typeface="NanumGothic"/>
              </a:rPr>
              <a:t>calib_01 → v1 n=30 → v2 n=30 → streaming run #1 → patches sanity → §5.2 ongoing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7.1 calib_01 (GSM8K) — pilot의 출발점</a:t>
            </a:r>
          </a:p>
        </p:txBody>
      </p:sp>
      <p:pic>
        <p:nvPicPr>
          <p:cNvPr id="5" name="Picture 4" descr="accuracy_vs_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852160" cy="3901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371600"/>
            <a:ext cx="51206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Setup: n_val = n_test = 50, max_iters = 3, wall ~66 min.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결과: Evolved 86 % / CoT 92 % / P-E 90 %.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B85042"/>
                </a:solidFill>
                <a:latin typeface="NanumGothic"/>
              </a:rPr>
              <a:t>• Evolved가 두 baseline 모두에 패배 (test) + 2-3.7× 토큰 비용.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2C5F2D"/>
                </a:solidFill>
                <a:latin typeface="NanumGothic"/>
              </a:rPr>
              <a:t>• Insight: GSM8K은 단일-모델 saturation + self-contained 텍스트 + 선형 산술 — 정보 비대칭이 없어서 멀티-에이전트의 lever가 없는 도메인.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→ 도메인 피봇 결정 (FinanceBench / MEDIQ / AgentClinic).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7.2 v1 controller @ n=30 — 'verifier 반사' 노출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도메인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CoT test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P-E test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Evolved test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Δ vs best baseline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FinanceBench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70.0 %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66.7 %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70.0 %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0 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MEDIQ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43.3 %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43.3 %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50.0 %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+6.7 pp (±18 pp 노이즈)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AgentClinic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66.7 %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70.0 %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70.0 %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0 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265176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B85042"/>
                </a:solidFill>
                <a:latin typeface="NanumGothic"/>
              </a:rPr>
              <a:t>• FinanceBench: 같은 add_verifier edit을 3 라운드 연속 emit (도메인 어휘 0).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MEDIQ: iter-2 ACCEPT 후 edit이 약간 다양화.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AgentClinic: summarizer ↔ verifier 교대.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2C5F2D"/>
                </a:solidFill>
                <a:latin typeface="NanumGothic"/>
              </a:rPr>
              <a:t>• Read: H1 약화 (3 도메인 모두 baseline 못 이김); v1은 도메인 헤드룸을 못 살림. v2 재설계로 이행.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7.3 Controller v2 @ n=30 — 행동 변화 ↔ test 승리는 아님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54864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도메인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CoT test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P-E test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Evolved test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Δ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anumGothic"/>
                        </a:rPr>
                        <a:t>best_graph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FinanceBench (16k)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73.3 %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70.0 %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83.3 %*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+10 pp*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seed (모두 REJECT)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MEDIQ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43.3 %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46.7 %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43.3 %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−3.4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3-agent (iter-2 ACCEPT)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54864" rIns="54864"/>
                    <a:lstStyle/>
                    <a:p>
                      <a:pPr algn="l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AgentClinic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60.0 %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73.3 %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66.7 %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−6.6 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54864" rIns="54864"/>
                    <a:lstStyle/>
                    <a:p>
                      <a:pPr algn="ctr"/>
                      <a:r>
                        <a:rPr sz="1200">
                          <a:solidFill>
                            <a:srgbClr val="36454F"/>
                          </a:solidFill>
                          <a:latin typeface="NanumGothic"/>
                        </a:rPr>
                        <a:t>seed (모두 REJECT)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265176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B85042"/>
                </a:solidFill>
                <a:latin typeface="NanumGothic"/>
              </a:rPr>
              <a:t>• * FinanceBench의 +10 pp는 SAME-GRAPH 노이즈 — best_graph가 seed인데 test가 P-E 동시 런 (70%)과 13 pp 떨어짐. v2 승리로 인용 불가.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2C5F2D"/>
                </a:solidFill>
                <a:latin typeface="NanumGothic"/>
              </a:rPr>
              <a:t>• Persona 이름이 도메인-특화로 변모: gaap_analyst, period_validator, differential_diagnostician, adolescent_specialist 등.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36454F"/>
                </a:solidFill>
                <a:latin typeface="NanumGothic"/>
              </a:rPr>
              <a:t>• AgentClinic iter-3 (REJECTED): triage → {gastro, cardio} → END 형태의 정식 specialty department 구조 제안 — H2 BEHAVIOR 확인, TEST WIN 미달성.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7.4 Streaming run #1 (MEDIQ B=100 R=10 seed=0)</a:t>
            </a:r>
          </a:p>
        </p:txBody>
      </p:sp>
      <p:pic>
        <p:nvPicPr>
          <p:cNvPr id="5" name="Picture 4" descr="per_round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315200" cy="3267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371600"/>
            <a:ext cx="3749039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wall ≈ 9 h 45 min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4 / 10 ACCEPTS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2 / 10 reject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4 / 10 INVALID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B85042"/>
                </a:solidFill>
                <a:latin typeface="NanumGothic"/>
              </a:rPr>
              <a:t>• INVALID 원인: (3개) max_agents=6 binding, (1개) orphaned-prune.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2C5F2D"/>
                </a:solidFill>
                <a:latin typeface="NanumGothic"/>
              </a:rPr>
              <a:t>• legacy v2가 3 도메인 × 3 iter에서 1 ACCEPT였던 것과 비교 — streaming-mode가 fire함.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7.5 Streaming run #1 — DAG 진화 시퀀스 + token cost</a:t>
            </a:r>
          </a:p>
        </p:txBody>
      </p:sp>
      <p:pic>
        <p:nvPicPr>
          <p:cNvPr id="5" name="Picture 4" descr="dag_evolution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11795760" cy="2457450"/>
          </a:xfrm>
          <a:prstGeom prst="rect">
            <a:avLst/>
          </a:prstGeom>
        </p:spPr>
      </p:pic>
      <p:pic>
        <p:nvPicPr>
          <p:cNvPr id="6" name="Picture 5" descr="token_cost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3360"/>
            <a:ext cx="4114800" cy="25696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0" y="4023360"/>
            <a:ext cx="6675120" cy="2468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100">
                <a:solidFill>
                  <a:srgbClr val="36454F"/>
                </a:solidFill>
                <a:latin typeface="NanumGothic"/>
              </a:rPr>
              <a:t>• Test (n=50): CoT 68 % / P-E 58 % / Evolved 62 %.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36454F"/>
                </a:solidFill>
                <a:latin typeface="NanumGothic"/>
              </a:rPr>
              <a:t>• Token / task: CoT 0.46k / P-E 0.79k / Evolved 2.90k (~6.3×).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B85042"/>
                </a:solidFill>
                <a:latin typeface="NanumGothic"/>
              </a:rPr>
              <a:t>• 토큰을 더 써도 정확도가 올라가지 않음 (이 split에서).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36454F"/>
                </a:solidFill>
                <a:latin typeface="NanumGothic"/>
              </a:rPr>
              <a:t>• Evolved가 P-E보다 +4 pp이지만 CoT보다 −6 pp.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2C5F2D"/>
                </a:solidFill>
                <a:latin typeface="NanumGothic"/>
              </a:rPr>
              <a:t>• → 'streaming 승리'로 인용 금지 — publishable 신호는 paired ACCEPT.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실험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7.6 §5.1.5 patches + sanity, 그리고 §5.2 ongoing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411480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NanumGothic"/>
              </a:rPr>
              <a:t>Patches (commit 8405c78)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86400" cy="4572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max_agents → user prompt # Constraints 라인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AT CAP 시 add_agent 금지 명시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prune-DAG reminder (orphan 방지)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concept-level anti-repeat callout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--max-agents default 6 →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212080" cy="45720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NanumGothic"/>
              </a:rPr>
              <a:t>Sanity (sanity_streaming_v3_mediq_s0)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212080" cy="45720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B=20 R=3 mediq seed=0, ~50분 wall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r2 paired ACCEPT (Δ=+5pp)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36454F"/>
                </a:solidFill>
                <a:latin typeface="NanumGothic"/>
              </a:rPr>
              <a:t>• _build_user_prompt 직접 호출로 # Constraints 렌더 확인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B85042"/>
                </a:solidFill>
                <a:latin typeface="NanumGothic"/>
              </a:rPr>
              <a:t>• R=3에서 cap-binding / concept-level fire 미관찰 (best-effort).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85042"/>
                </a:solidFill>
                <a:latin typeface="NanumGothic"/>
              </a:rPr>
              <a:t>§5.2 MEDIQ seed=1 진행 중 (이 발표 시작 시 R3/10, ETA ~16 UTC; 결과는 추후 보강).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0"/>
            <a:ext cx="228600" cy="82296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10972800" cy="9144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8. 분석 (Analysis)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023360"/>
            <a:ext cx="10972800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FD3D7"/>
                </a:solidFill>
                <a:latin typeface="NanumGothic"/>
              </a:rPr>
              <a:t>측정 노이즈 · 토큰 비용 · 실패 모드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8.1 측정 노이즈와 paired-batch의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Same-graph cross-run 노이즈 ±13 pp (FinanceBench v2 retry, n=30, vLLM 비결정성).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Legacy mode는 cross-batch 비교 → 작은 architectural Δ가 노이즈에 휩쓸려 reject.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2C5F2D"/>
                </a:solidFill>
                <a:latin typeface="NanumGothic"/>
              </a:rPr>
              <a:t>• Streaming paired-batch는 best vs candidate를 SAME batch에 넣어 노이즈를 cancel. 1/9 → 4/10 ACCEPT 비약은 이 효과의 직접 증거.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그러나 절대 정확도는 여전히 bootstrap 분포에 의존 → best_val_acc &gt; seed_batch_acc criterion은 streaming에서 구조적으로 broken (max over 독립 batch). 채택 안 함.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결과 metric으로는 test acc + paired-accept rate 사용.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8.2 토큰 비용과 실패 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Worker 토큰이 controller 토큰 대비 ~55× (streaming run #1 기준 4.03 M : 73.7 k).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B × n_agents × n_steps_per_agent가 worker 비용을 좌우. n_train보다 B 줄이는 게 wall 대비 효과적.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실패 모드 (run #1): max_agents=6 cap binding (3 라운드), orphaned prune (1 라운드), concept-level repeat (rounds 5-10).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MAST-style 실패 분류 체계는 §5.5 이후 작업으로 deferred.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Cost-Pareto 라인: 본 run은 중간 점 (P-E 58% → Evolved 62% @ 6.3× 토큰); 'always more = always better' 아님.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108960"/>
            <a:ext cx="228600" cy="822960"/>
          </a:xfrm>
          <a:prstGeom prst="rect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10972800" cy="9144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800" b="1" i="0">
                <a:solidFill>
                  <a:srgbClr val="FFFFFF"/>
                </a:solidFill>
                <a:latin typeface="NanumGothic"/>
              </a:rPr>
              <a:t>9. 한계 및 향후 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023360"/>
            <a:ext cx="10972800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FD3D7"/>
                </a:solidFill>
                <a:latin typeface="NanumGothic"/>
              </a:rPr>
              <a:t>정직한 자기 평가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9.1 한계 (Limitations)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v2 @ n=30이 세 도메인 모두 baseline test를 이기지 못함.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±13 pp 노이즈 floor가 architectural 효과를 가림.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LLM-judge가 same-family Qwen → self-bias 위험.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단일 백본 (Qwen2.5-32B), 단일 judge.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Streaming wall 9-10 h × seed × domain → 3×3 sweep 전체 ~90 h.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ADAS / MaAS / Puppeteer 직접 비교 미실시 (reviewer #0 질문).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Concept-level anti-repeat이 soft constraint, sanity_v3에서 fire 안 함 — 추가 강화 필요.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향후 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9.2 향후 작업 (Future Work)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§5.2 multi-seed v2 streaming sweep (3 도메인 × 3 시드, MEDIQ seed=1 진행 중).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§5.3 random-persona ablation (v2 persona를 random text로 교체; reviewer 질문 #1).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§5.4 harness ablation — controller {none, random, fixed-topo, full}.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§5.5 두 번째 backbone (Qwen3-72B + Claude/GPT API).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§5.6 LLM-judge 교체 (Claude Haiku 4.5 또는 GPT-4.1-mini).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B85042"/>
                </a:solidFill>
                <a:latin typeface="NanumGothic"/>
              </a:rPr>
              <a:t>• §5.7 ADAS + (MaAS / Puppeteer / EvoMAC) 직접 baseline — 리뷰어 필수 항목.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36454F"/>
                </a:solidFill>
                <a:latin typeface="NanumGothic"/>
              </a:rPr>
              <a:t>• MAST-style 실패 taxonomy / cost Pareto / judge 보정 실험.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"/>
            <a:ext cx="109728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97BC62"/>
                </a:solidFill>
                <a:latin typeface="NanumGothic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36454F"/>
                </a:solidFill>
                <a:latin typeface="NanumGothic"/>
              </a:rPr>
              <a:t>10. 결론 (Conclusion)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2C5F2D"/>
                </a:solidFill>
                <a:latin typeface="NanumGothic"/>
              </a:rPr>
              <a:t>• Reflection-only 멀티-에이전트 진화는 *그래프를 움직이게* 만든다 — v2 컨트롤러는 도메인 어휘를 가진 specialist persona를 출력한다.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B85042"/>
                </a:solidFill>
                <a:latin typeface="NanumGothic"/>
              </a:rPr>
              <a:t>• 그러나 n=30 단일 시드 측정에서는 baseline을 이기지 못한다 — 노이즈가 architectural 효과를 가린다.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2C5F2D"/>
                </a:solidFill>
                <a:latin typeface="NanumGothic"/>
              </a:rPr>
              <a:t>• Streaming paired-batch evolve는 노이즈 floor 문제를 부분적으로 해결한다 — paired ACCEPT 비율 1/9 → 4/10. 본 연구의 가장 강한 차별점.</a:t>
            </a: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36454F"/>
                </a:solidFill>
                <a:latin typeface="NanumGothic"/>
              </a:rPr>
              <a:t>• 출판 가능한 신호: paired-accept activity. 약점은 논문에서 정직하게 명시. 다음 단계는 다중 시드 / 두 번째 백본 / ADAS 직접 비교.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18872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20000"/>
              </a:lnSpc>
            </a:pPr>
            <a:r>
              <a:rPr sz="4600" b="1" i="0">
                <a:solidFill>
                  <a:srgbClr val="FFFFFF"/>
                </a:solidFill>
                <a:latin typeface="NanumGothic"/>
              </a:rPr>
              <a:t>감사합니다 — 질의응답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49039"/>
            <a:ext cx="11064240" cy="14630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FD3D7"/>
                </a:solidFill>
                <a:latin typeface="NanumGothic"/>
              </a:rPr>
              <a:t>코드 + 결과: github.com/namam3gy · 로드맵: references/roadmap_ko.md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