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274320" cy="13716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972800" cy="146304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i="0">
                <a:solidFill>
                  <a:srgbClr val="FFFFFF"/>
                </a:solidFill>
                <a:latin typeface="NanumGothic"/>
              </a:rPr>
              <a:t>성찰만으로 진화하는 멀티-에이전트 DAG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972800" cy="9144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CFD3D7"/>
                </a:solidFill>
                <a:latin typeface="NanumGothic"/>
              </a:rPr>
              <a:t>검색·강화학습 없이 in-context reflection 만으로 그래프를 점진적으로 편집하는 파일럿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972800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FD3D7"/>
                </a:solidFill>
                <a:latin typeface="NanumGothic"/>
              </a:rPr>
              <a:t>thyun.park · 논문화 형식 발표 자료 · 2026-04-27 (v3 반영본)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초록 (Abstract)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36454F"/>
                </a:solidFill>
                <a:latin typeface="NanumGothic"/>
              </a:rPr>
              <a:t>본 연구는 멀티-에이전트 DAG (위상 + 페르소나 + 엣지)를 LLM 컨트롤러가 오직 in-context 성찰(reflection)만으로 점진적 편집할 수 있는지 묻는 파일럿 연구이다. 컨트롤러는 검색 알고리즘이나 RL 학습 없이, 워커 에이전트들의 trajectory tape을 읽어 다음 라운드에 적용할 EditBatch만 출력한다.
Qwen2.5-32B 백본 위에서 FinanceBench / MEDIQ / AgentClinic 세 도메인을 대상으로 CoT, Planner-Executor 두 베이스라인과 진화 그래프를 비교한다.
v1은 'verifier 추가' 반사만 보였고, v2는 'organization-designer' 프레이밍 + 도메인 brief로 전문가 페르소나(예: differential_diagnostician, gaap_analyst)를 출력. 측정 노이즈 ±13pp 문제를 해결하기 위한 streaming paired-batch 모드는 두 시드에서 Δ vs P-E = +4pp로 재현. 그러나 streaming의 cross-batch absolute acc, max_agents binding, orphan-edit INVALID 라는 구조적 한계를 보고 Controller v3 (full-pass + 샘플 단위 reflection 30→3→1 hierarchical aggregation + 워커 DAG의 [SUMMARY]/[QUERY] side-channel Q&amp;A + orphan auto-drop)를 설계·구현. v3 첫 run (MEDIQ s=0)에서 Evolved 52% &gt; CoT 46% (+6pp) 로 파일럿 최초 CoT-beat 결과 (단일 시드). multi-seed sweep이 venue submission 직전 잔여 작업.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0"/>
            <a:ext cx="228600" cy="8229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017520"/>
            <a:ext cx="10972800" cy="9144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i="0">
                <a:solidFill>
                  <a:srgbClr val="FFFFFF"/>
                </a:solidFill>
                <a:latin typeface="NanumGothic"/>
              </a:rPr>
              <a:t>1. 서론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972800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CFD3D7"/>
                </a:solidFill>
                <a:latin typeface="NanumGothic"/>
              </a:rPr>
              <a:t>동기 · 문제 · 기여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서론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1.1 연구 동기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6454F"/>
                </a:solidFill>
                <a:latin typeface="NanumGothic"/>
              </a:rPr>
              <a:t>• 단일 LLM은 강하지만, 도메인-특화 작업에서 'planner / specialist / verifier' 식 역할 분리가 정확도를 끌어올린다는 보고가 다수.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36454F"/>
                </a:solidFill>
                <a:latin typeface="NanumGothic"/>
              </a:rPr>
              <a:t>• 그러나 멀티-에이전트 그래프(누가 누구에게 input을 주는지)를 어떻게 자동으로 디자인할지는 여전히 열린 문제.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36454F"/>
                </a:solidFill>
                <a:latin typeface="NanumGothic"/>
              </a:rPr>
              <a:t>• 기존 접근은 (a) 검색 — ADAS / AFlow / GPTSwarm / MaAS / Puppeteer (NeurIPS 2025), (b) RL 미세조정 두 갈래.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2C5F2D"/>
                </a:solidFill>
                <a:latin typeface="NanumGothic"/>
              </a:rPr>
              <a:t>• 질문: 학습이나 검색 없이, 단지 trajectory tape을 LLM에게 보여주고 그래프를 직접 편집하라고 하면 (= 성찰), 그것만으로 진화가 일어날 수 있는가?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서론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1.2 기여 (Contributions)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36576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NanumGothic"/>
              </a:rPr>
              <a:t>(1) Reflection-only 멀티-에이전트 진화 — 검색·RL 없이 그래프를 점진적 편집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1106424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6454F"/>
                </a:solidFill>
                <a:latin typeface="NanumGothic"/>
              </a:rPr>
              <a:t>Trajectory tape → 컨트롤러 LLM → EditBatch → apply_edits() 의 단순 루프.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12848"/>
            <a:ext cx="11064240" cy="36576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NanumGothic"/>
              </a:rPr>
              <a:t>(2) v2 컨트롤러: organization-designer 프레이밍 + 도메인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96896"/>
            <a:ext cx="1106424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6454F"/>
                </a:solidFill>
                <a:latin typeface="NanumGothic"/>
              </a:rPr>
              <a:t>도메인 어휘 강제 + 전문가 persona 규칙으로 generic 'verifier' 반사 차단; 같은 backbone이 도메인별로 다른 전문가처럼 행동.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36976"/>
            <a:ext cx="11064240" cy="36576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NanumGothic"/>
              </a:rPr>
              <a:t>(3) Streaming paired-batch — paired ACCEPT 1/9 → 4/10, Δ vs P-E = +4pp 두 시드 재현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21024"/>
            <a:ext cx="1106424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6454F"/>
                </a:solidFill>
                <a:latin typeface="NanumGothic"/>
              </a:rPr>
              <a:t>best vs candidate를 SAME batch로 평가해 cross-batch 노이즈 cancel.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61104"/>
            <a:ext cx="11064240" cy="365760"/>
          </a:xfrm>
          <a:prstGeom prst="round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NanumGothic"/>
              </a:rPr>
              <a:t>(4) Controller v3 — full-pass + 샘플 단위 reflection + side-channel Q&amp;A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45152"/>
            <a:ext cx="11064240" cy="17830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6454F"/>
                </a:solidFill>
                <a:latin typeface="NanumGothic"/>
              </a:rPr>
              <a:t>(a) train n=30 sample-level evals → 30→3→1 hierarchical aggregation; (b) 워커 DAG에 [SUMMARY] transcript + [QUERY] one-shot Q&amp;A; (c) orphan auto-drop으로 INVALID 0; (d) MEDIQ s=0에서 Evolved 52% &gt; CoT 46% (+6pp) — 파일럿 최초 CoT-beat 결과 (단일 시드).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0"/>
            <a:ext cx="228600" cy="8229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017520"/>
            <a:ext cx="10972800" cy="9144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i="0">
                <a:solidFill>
                  <a:srgbClr val="FFFFFF"/>
                </a:solidFill>
                <a:latin typeface="NanumGothic"/>
              </a:rPr>
              <a:t>2. 관련 연구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972800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CFD3D7"/>
                </a:solidFill>
                <a:latin typeface="NanumGothic"/>
              </a:rPr>
              <a:t>검색-기반 · RL-기반 · 본 연구의 자리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관련 연구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2.1 검색·RL 기반 멀티-에이전트 자동 설계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7056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방법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메커니즘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특징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본 연구 대비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67056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ADAS (2024)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Archive 검색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메타-에이전트가 candidate archive에서 선택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검색 archive 사용 — 본 연구는 미사용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7056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AFlow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MCTS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워크플로우 트리 탐색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MCTS 사용 — 본 연구는 미사용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GPTSwarm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Graph search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Edge importance 학습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학습 신호 사용 — 본 연구는 미사용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7056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MaAS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Supernet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Multi-agent supernet 가지치기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supernet 학습 사용 — 본 연구는 미사용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Puppeteer (NeurIPS '25)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RL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마스터 에이전트가 액션-같은 협업 결정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RL 사용 — 본 연구는 미사용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2C5F2D"/>
                </a:solidFill>
                <a:latin typeface="NanumGothic"/>
              </a:rPr>
              <a:t>전부 검색 절차나 학습 신호를 가정. 본 연구는 frozen backbone + in-context reflection만 사용.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관련 연구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2.2 본 연구의 차별점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2C5F2D"/>
                </a:solidFill>
                <a:latin typeface="NanumGothic"/>
              </a:rPr>
              <a:t>• 본 연구는 frozen LLM + 자연어 trajectory tape + EditBatch 출력만으로 그래프를 co-evolve (위상 + 페르소나 + 엣지) 한다. 학습도, 검색도 없다.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36454F"/>
                </a:solidFill>
                <a:latin typeface="NanumGothic"/>
              </a:rPr>
              <a:t>• 그래서 'reflection-only' 라는 좁은 슬롯에 위치한다 — 좁다는 것은 곧 reviewer가 쉽게 공격할 수 있는 부분이기도 하다.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36454F"/>
                </a:solidFill>
                <a:latin typeface="NanumGothic"/>
              </a:rPr>
              <a:t>• Caveat (project.md 기준): 이 차별점만으로는 NeurIPS 2026 main 합격 기준을 자체 평가에서 충족하지 않는다 (3-6% acceptance 추정). EMNLP 2026 ARR (~5-10%)이 현실적 1차 목표.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36454F"/>
                </a:solidFill>
                <a:latin typeface="NanumGothic"/>
              </a:rPr>
              <a:t>• 약점에 대한 정직한 정리는 §10 (한계)에서 다룬다.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0"/>
            <a:ext cx="228600" cy="8229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017520"/>
            <a:ext cx="10972800" cy="9144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i="0">
                <a:solidFill>
                  <a:srgbClr val="FFFFFF"/>
                </a:solidFill>
                <a:latin typeface="NanumGothic"/>
              </a:rPr>
              <a:t>3. 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972800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CFD3D7"/>
                </a:solidFill>
                <a:latin typeface="NanumGothic"/>
              </a:rPr>
              <a:t>DAG / Agent / Edit · Reflection-only 가정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3.1 그래프와 편집 연산</a:t>
            </a:r>
          </a:p>
        </p:txBody>
      </p:sp>
      <p:pic>
        <p:nvPicPr>
          <p:cNvPr id="5" name="Picture 4" descr="dag_bas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2268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54880"/>
            <a:ext cx="11064240" cy="17373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그래프 G = (Agents A, Edges E ⊆ A × A), START / END 예약 노드 포함; orchestrator가 topological order로 실행.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Agent = (name, persona text). Persona는 해당 노드에서 LLM이 조건화되는 텍스트.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편집 연산: add_agent / remove_agent / rewrite_persona / add_edge / remove_edge. 한 라운드에 1-3 연산을 묶어 EditBatch로 출력.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3.2 Reflection-only 가정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36454F"/>
                </a:solidFill>
                <a:latin typeface="NanumGothic"/>
              </a:rPr>
              <a:t>• 백본 weights는 동결 (no fine-tune, no RL).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36454F"/>
                </a:solidFill>
                <a:latin typeface="NanumGothic"/>
              </a:rPr>
              <a:t>• 컨트롤러 LLM은 검색 archive를 가지지 않는다 — 받는 입력은 trajectory tape + (필요시) domain brief뿐.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36454F"/>
                </a:solidFill>
                <a:latin typeface="NanumGothic"/>
              </a:rPr>
              <a:t>• 출력 = 다음 그래프 상태에 적용할 EditBatch (rationale + edits 리스트).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36454F"/>
                </a:solidFill>
                <a:latin typeface="NanumGothic"/>
              </a:rPr>
              <a:t>• Accept rule = (legacy) val_acc 비교 / (streaming) paired b_acc vs c_acc on the same batch.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2C5F2D"/>
                </a:solidFill>
                <a:latin typeface="NanumGothic"/>
              </a:rPr>
              <a:t>• 이 가정은 의도적으로 좁다. 'in-context reflection 만으로 어디까지 가능한가?'를 측정하기 위해.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0"/>
            <a:ext cx="228600" cy="8229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017520"/>
            <a:ext cx="10972800" cy="9144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i="0">
                <a:solidFill>
                  <a:srgbClr val="FFFFFF"/>
                </a:solidFill>
                <a:latin typeface="NanumGothic"/>
              </a:rPr>
              <a:t>4. 방법 (Method)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972800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CFD3D7"/>
                </a:solidFill>
                <a:latin typeface="NanumGothic"/>
              </a:rPr>
              <a:t>Controller v2 · Domain brief · Streaming paired-batch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4.1 Controller v2 — organization designer 프레이밍</a:t>
            </a:r>
          </a:p>
        </p:txBody>
      </p:sp>
      <p:pic>
        <p:nvPicPr>
          <p:cNvPr id="5" name="Picture 4" descr="controller_v1_v2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45449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97BC62"/>
                </a:solidFill>
                <a:latin typeface="NanumGothic"/>
              </a:rPr>
              <a:t>v1과 v2는 같은 reflection 루프를 공유한다. 차이는 SYSTEM prompt와 side-channel domain brief뿐.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4.2 Persona 작성 규칙 + 도메인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36454F"/>
                </a:solidFill>
                <a:latin typeface="NanumGothic"/>
              </a:rPr>
              <a:t>• 각 신규 agent는 (a) 인용된 specialty + (b) 구체적 procedure를 페르소나 텍스트에 포함해야 함.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36454F"/>
                </a:solidFill>
                <a:latin typeface="NanumGothic"/>
              </a:rPr>
              <a:t>• Generic 'verifier / summarizer / critic'는 specialty와 짝짓지 않으면 금지.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36454F"/>
                </a:solidFill>
                <a:latin typeface="NanumGothic"/>
              </a:rPr>
              <a:t>• 도메인 brief (data/briefs/{financebench,mediq,agentclinic}.md, ~80-110 줄):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  – task style, failure modes, useful expertise, useful patterns, anti-patterns 등을 포함한 사전 작성된 자연어 문서.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2C5F2D"/>
                </a:solidFill>
                <a:latin typeface="NanumGothic"/>
              </a:rPr>
              <a:t>• 브리프는 user prompt에 prefix로 포함되어 컨트롤러가 같은 backbone임에도 도메인별로 다른 전문가처럼 행동하게 만든다.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36454F"/>
                </a:solidFill>
                <a:latin typeface="NanumGothic"/>
              </a:rPr>
              <a:t>• Anti-repeat rule: '거부된 edit을 반복하지 말 것' + 'rename ≠ different idea' (concept-level).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4.3 Streaming paired-batch evolve mode</a:t>
            </a:r>
          </a:p>
        </p:txBody>
      </p:sp>
      <p:pic>
        <p:nvPicPr>
          <p:cNvPr id="5" name="Picture 4" descr="paired_batc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38875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212080"/>
            <a:ext cx="11064240" cy="1371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라운드별 부트스트랩 미니배치 (B 태스크, train+val 풀에서 with-replacement) 추출.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best_graph와 candidate (apply_edits 결과) 둘 다 같은 batch로 평가 → b_acc, c_acc.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ACCEPT iff c_acc &gt; b_acc + ε. Cross-batch 난이도 drift는 paired 비교에서 cancel.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4.4 Controller v3 — full-pass + strict accept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411480"/>
          </a:xfrm>
          <a:prstGeom prst="round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NanumGothic"/>
              </a:rPr>
              <a:t>Streaming run #1·#2가 노출한 3대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11064240" cy="1691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B85042"/>
                </a:solidFill>
                <a:latin typeface="NanumGothic"/>
              </a:rPr>
              <a:t>• (P1) cross-batch best_val_acc 비신뢰 — max over 독립 부트스트랩 batch.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B85042"/>
                </a:solidFill>
                <a:latin typeface="NanumGothic"/>
              </a:rPr>
              <a:t>• (P2) max_agents=6 binding — run #1·#2 6 round을 INVALID로 잃음.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B85042"/>
                </a:solidFill>
                <a:latin typeface="NanumGothic"/>
              </a:rPr>
              <a:t>• (P3) orphan-edit INVALID — partial-wire add_agent / orphan prune.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11064240" cy="4114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NanumGothic"/>
              </a:rPr>
              <a:t>v3의 응답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22191"/>
            <a:ext cx="11064240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Mode: streaming → legacy-style full-pass per iter (n_train=30 동일 task 재사용).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Accept rule: train_acc(candidate) &gt; train_acc(best) — strict.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max_agents: 10 HARD (apply_edits가 INVALID), max_edges: 50 soft (prompt only).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2C5F2D"/>
                </a:solidFill>
                <a:latin typeface="NanumGothic"/>
              </a:rPr>
              <a:t>• apply_edits가 무입력 / 무출력 agent를 silently drop → partial-wire 편집이 INVALID 대신 no-op.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2C5F2D"/>
                </a:solidFill>
                <a:latin typeface="NanumGothic"/>
              </a:rPr>
              <a:t>• 모드 자체는 wall ½ (10h → 5h on MEDIQ s=0); reflection density는 §4.5/§4.6에서 강화.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4.5 샘플 단위 reflection + 30 → 3 → 1 계층적 집계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36454F"/>
                </a:solidFill>
                <a:latin typeface="NanumGothic"/>
              </a:rPr>
              <a:t>각 train task 마다 컨트롤러를 1회 호출 → 그 한 샘플의 tape이 그래프에 대해 무엇을 시사하는지 평가.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303520" cy="4114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NanumGothic"/>
              </a:rPr>
              <a:t>eval_sample 출력 스키마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21408"/>
            <a:ext cx="5303520" cy="4297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rationale (2-4 문장, tape 인용)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suggested_edits (0-3개 candidate)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priority: 0-100 (자기 의견 강도)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target_aspect ∈ {structure, role, length, expertise}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97BC62"/>
                </a:solidFill>
                <a:latin typeface="NanumGothic"/>
              </a:rPr>
              <a:t>• → 컨트롤러가 자가-보정을 통해 노이즈한 샘플에 가중치를 줄임.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91640"/>
            <a:ext cx="5486400" cy="4114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NanumGothic"/>
              </a:rPr>
              <a:t>Hierarchical aggregation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121408"/>
            <a:ext cx="5486400" cy="42976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30 sample-evals (priority 내림차순)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  → groups of 10 → 3 mid_decisions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  → 1 final EditBatch → apply_edits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  – aggregate_mid: 패턴 공유 샘플에 가중, priority=100 outlier에 과반응 금지.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2C5F2D"/>
                </a:solidFill>
                <a:latin typeface="NanumGothic"/>
              </a:rPr>
              <a:t>• 이 구조가 한 샘플의 노이즈가 그래프 편집을 좌우하지 못하게 막음.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4.6 [SUMMARY] / [QUERY] — 워커 DAG side-channel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03520" cy="4114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NanumGothic"/>
              </a:rPr>
              <a:t>[SUMMARY] (S-2) — agent 출력 강제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5303520" cy="4846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36454F"/>
                </a:solidFill>
                <a:latin typeface="NanumGothic"/>
              </a:rPr>
              <a:t>• 각 워커는 응답 끝에 다음 블록을 emit: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  –   [SUMMARY] claim / evidence / confidence [/SUMMARY]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36454F"/>
                </a:solidFill>
                <a:latin typeface="NanumGothic"/>
              </a:rPr>
              <a:t>• orchestrator가 정규식으로 추출 → 다음 워커의 prompt 앞에 [Conversation so far] 블록으로 prepend.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2C5F2D"/>
                </a:solidFill>
                <a:latin typeface="NanumGothic"/>
              </a:rPr>
              <a:t>• → agent.inputs 와는 *독립된* 추가 정보 채널 (W-2: 같은 task에 대해 모든 워커가 claim/evidence/confidence를 공유).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36454F"/>
                </a:solidFill>
                <a:latin typeface="NanumGothic"/>
              </a:rPr>
              <a:t>• Fallback: 누락 시 마지막 문장으로 claim 채움 (no INVALID).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5486400" cy="4114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NanumGothic"/>
              </a:rPr>
              <a:t>[QUERY] (Q-3) — one-shot peer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27632"/>
            <a:ext cx="5486400" cy="48463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36454F"/>
                </a:solidFill>
                <a:latin typeface="NanumGothic"/>
              </a:rPr>
              <a:t>• 워커 prompt에 "원하면 다른 에이전트 1명에게 [QUERY &lt;name&gt;] &lt;질문&gt; 한 줄 출력 후 STOP" instruction 추가.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36454F"/>
                </a:solidFill>
                <a:latin typeface="NanumGothic"/>
              </a:rPr>
              <a:t>• Call A (메인) → [QUERY] 검출 시 Call B (lite-mode 답변, 256 tok, 재귀 금지) → Call C (메인 재개, 답변 부착)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36454F"/>
                </a:solidFill>
                <a:latin typeface="NanumGothic"/>
              </a:rPr>
              <a:t>• Hard rules: 답변자는 query 금지 / 1 query/노드/태스크 / 노드당 최악 3 LLM 호출.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2C5F2D"/>
                </a:solidFill>
                <a:latin typeface="NanumGothic"/>
              </a:rPr>
              <a:t>• → 워커 단위 reflection density 증가, 단순 cascade가 아닌 협업 가능.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4.7 Accept rule + max_agents 제약 (3 모드 비교)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4864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모드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Accept rule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max_agents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기타 제약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54864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Legacy (v1, v2 n=30)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val_acc &gt; best (strict)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8 (soft)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tie REJECT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Streaming (v2 §5.1)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paired Δ &gt; ε on same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8 (soft)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concept-level repeat (soft)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v3 full-pass (§5.2)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train_acc(cand) &gt; train_acc(best)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10 HARD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orphan auto-drop, max_edges=50 soft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39"/>
            <a:ext cx="11064240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2C5F2D"/>
                </a:solidFill>
                <a:latin typeface="NanumGothic"/>
              </a:rPr>
              <a:t>• v3에서 max_agents가 HARD인 이유: prompt-only soft가 컨트롤러에 무시되어 streaming 30~40% INVALID를 만든 사례 (run #1·#2). HARD로 옮기되 cap을 8 → 10으로 완화.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2C5F2D"/>
                </a:solidFill>
                <a:latin typeface="NanumGothic"/>
              </a:rPr>
              <a:t>• orphan auto-drop: apply_edits가 incoming/outgoing 0인 노드를 조용히 제거 → v3 첫 run에서 INVALID 0/10 달성 (streaming 4/10·2/10 대비).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3 모드 모두 reflection-only (학습 없음, 검색 archive 없음).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5. 구현 (Implementation)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src/llm.py — OpenAI-compatible chat client (vLLM @ :8000)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src/graph.py — Graph + edit ops + DAG validity 검사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src/orchestrator.py — Task → Tape 실행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src/controller.py — Reflection LLM, propose_edits()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src/evolve.py — legacy + streaming evolve loops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src/score.py — MCQ exact-match (MEDIQ) + LLM-judge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scripts/run_pilot.py — 드라이버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scripts/serve_vllm.sh — vLLM 0.19.1 + gcc 자동 설치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NanumGothic"/>
              </a:rPr>
              <a:t>백본: Qwen2.5-32B-Instruct (bf16, single H200)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20240"/>
            <a:ext cx="5303520" cy="44805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vLLM + prefix caching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EVO_GPU_UTIL=0.55 (공유 GPU)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max_model_len = 16384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uv-managed env, .python-version pin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각 run: results/&lt;run_id&gt;/{evolve_log.json, results.json, plots/}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97BC62"/>
                </a:solidFill>
                <a:latin typeface="NanumGothic"/>
              </a:rPr>
              <a:t>• 코드 + 결과: github.com/namam3gy (project repo)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실험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6.1 실험 설정 — 도메인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65760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NanumGothic"/>
              </a:rPr>
              <a:t>FinanceBench (LLM-judge)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657600" cy="45720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10-K 추출 QA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GAAP / TTM / 회계연도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긴 컨텍스트 retrieval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실패: hedging, 기간 혼동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65760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NanumGothic"/>
              </a:rPr>
              <a:t>MEDIQ (MCQ exact-match)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783080"/>
            <a:ext cx="3657600" cy="45720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임상 vignette → MCQ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감별 진단 (differential dx)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Base-rate reasoning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실패: 인구학 무시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65760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NanumGothic"/>
              </a:rPr>
              <a:t>AgentClinic (LLM-judge)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783080"/>
            <a:ext cx="3657600" cy="45720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single-pass 임상 케이스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Specialty routing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Decisive answer 요구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실패: triage 오류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36454F"/>
                </a:solidFill>
                <a:latin typeface="NanumGothic"/>
              </a:rPr>
              <a:t>공통: Qwen2.5-32B-Instruct, val/test sample 분할 별도, seed 명시.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실험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6.2 측정 지표 + 노이즈 floor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36454F"/>
                </a:solidFill>
                <a:latin typeface="NanumGothic"/>
              </a:rPr>
              <a:t>• Test acc — 보유한 test split (n=30 또는 n=50)에서의 정확도.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36454F"/>
                </a:solidFill>
                <a:latin typeface="NanumGothic"/>
              </a:rPr>
              <a:t>• Paired-accept rate — streaming mode에서 ACCEPT된 라운드 수 / 전체 유효 라운드.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36454F"/>
                </a:solidFill>
                <a:latin typeface="NanumGothic"/>
              </a:rPr>
              <a:t>• Token cost — controller_tokens + worker_tokens 합 (run 단위).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B85042"/>
                </a:solidFill>
                <a:latin typeface="NanumGothic"/>
              </a:rPr>
              <a:t>• Same-graph 노이즈 floor ≈ ±13pp at n=30 (FinanceBench v2 retry 사례; vLLM batch-ordering, KV-cache state 비결정성, sample 분할 조합).</a:t>
            </a:r>
          </a:p>
          <a:p>
            <a:pPr>
              <a:lnSpc>
                <a:spcPct val="130000"/>
              </a:lnSpc>
            </a:pPr>
            <a:r>
              <a:rPr sz="1400">
                <a:solidFill>
                  <a:srgbClr val="2C5F2D"/>
                </a:solidFill>
                <a:latin typeface="NanumGothic"/>
              </a:rPr>
              <a:t>• → n=30 단일 시드에서 도출한 architectural Δ는 노이즈 안에 묻힘. 다중 시드/배치 평균이 필수.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0"/>
            <a:ext cx="228600" cy="8229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017520"/>
            <a:ext cx="10972800" cy="9144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i="0">
                <a:solidFill>
                  <a:srgbClr val="FFFFFF"/>
                </a:solidFill>
                <a:latin typeface="NanumGothic"/>
              </a:rPr>
              <a:t>7. 실험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972800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CFD3D7"/>
                </a:solidFill>
                <a:latin typeface="NanumGothic"/>
              </a:rPr>
              <a:t>calib_01 → v1 n=30 → v2 n=30 → streaming run #1 → patches sanity → §5.2 ongoing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실험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7.1 calib_01 (GSM8K) — pilot의 출발점</a:t>
            </a:r>
          </a:p>
        </p:txBody>
      </p:sp>
      <p:pic>
        <p:nvPicPr>
          <p:cNvPr id="5" name="Picture 4" descr="accuracy_vs_i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852160" cy="3901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371600"/>
            <a:ext cx="51206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Setup: n_val = n_test = 50, max_iters = 3, wall ~66 min.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결과: Evolved 86 % / CoT 92 % / P-E 90 %.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B85042"/>
                </a:solidFill>
                <a:latin typeface="NanumGothic"/>
              </a:rPr>
              <a:t>• Evolved가 두 baseline 모두에 패배 (test) + 2-3.7× 토큰 비용.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2C5F2D"/>
                </a:solidFill>
                <a:latin typeface="NanumGothic"/>
              </a:rPr>
              <a:t>• Insight: GSM8K은 단일-모델 saturation + self-contained 텍스트 + 선형 산술 — 정보 비대칭이 없어서 멀티-에이전트의 lever가 없는 도메인.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→ 도메인 피봇 결정 (FinanceBench / MEDIQ / AgentClinic).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실험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7.2 v1 controller @ n=30 — 'verifier 반사' 노출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4864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도메인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CoT test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P-E test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Evolved test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Δ vs best baseline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54864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FinanceBench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70.0 %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66.7 %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70.0 %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0 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MEDIQ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43.3 %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43.3 %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50.0 %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+6.7 pp (±18 pp 노이즈)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AgentClinic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66.7 %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70.0 %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70.0 %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0 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840480"/>
            <a:ext cx="11064240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B85042"/>
                </a:solidFill>
                <a:latin typeface="NanumGothic"/>
              </a:rPr>
              <a:t>• FinanceBench: 같은 add_verifier edit을 3 라운드 연속 emit (도메인 어휘 0).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MEDIQ: iter-2 ACCEPT 후 edit이 약간 다양화.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AgentClinic: summarizer ↔ verifier 교대.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2C5F2D"/>
                </a:solidFill>
                <a:latin typeface="NanumGothic"/>
              </a:rPr>
              <a:t>• Read: H1 약화 (3 도메인 모두 baseline 못 이김); v1은 도메인 헤드룸을 못 살림. v2 재설계로 이행.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실험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7.3 Controller v2 @ n=30 — 행동 변화 ↔ test 승리는 아님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54864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도메인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CoT test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P-E test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Evolved test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Δ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best_graph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54864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FinanceBench (16k)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73.3 %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70.0 %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83.3 %*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+10 pp*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seed (모두 REJECT)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MEDIQ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43.3 %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46.7 %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43.3 %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−3.4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3-agent (iter-2 ACCEPT)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AgentClinic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60.0 %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73.3 %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66.7 %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−6.6 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seed (모두 REJECT)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840480"/>
            <a:ext cx="11064240" cy="26517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B85042"/>
                </a:solidFill>
                <a:latin typeface="NanumGothic"/>
              </a:rPr>
              <a:t>• * FinanceBench의 +10 pp는 SAME-GRAPH 노이즈 — best_graph가 seed인데 test가 P-E 동시 런 (70%)과 13 pp 떨어짐. v2 승리로 인용 불가.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2C5F2D"/>
                </a:solidFill>
                <a:latin typeface="NanumGothic"/>
              </a:rPr>
              <a:t>• Persona 이름이 도메인-특화로 변모: gaap_analyst, period_validator, differential_diagnostician, adolescent_specialist 등.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AgentClinic iter-3 (REJECTED): triage → {gastro, cardio} → END 형태의 정식 specialty department 구조 제안 — H2 BEHAVIOR 확인, TEST WIN 미달성.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실험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7.4 Streaming run #1 (MEDIQ B=100 R=10 seed=0)</a:t>
            </a:r>
          </a:p>
        </p:txBody>
      </p:sp>
      <p:pic>
        <p:nvPicPr>
          <p:cNvPr id="5" name="Picture 4" descr="per_round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315200" cy="3267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371600"/>
            <a:ext cx="3749039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wall ≈ 9 h 45 min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4 / 10 ACCEPTS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2 / 10 reject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4 / 10 INVALID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B85042"/>
                </a:solidFill>
                <a:latin typeface="NanumGothic"/>
              </a:rPr>
              <a:t>• INVALID 원인: (3개) max_agents=6 binding, (1개) orphaned-prune.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2C5F2D"/>
                </a:solidFill>
                <a:latin typeface="NanumGothic"/>
              </a:rPr>
              <a:t>• legacy v2가 3 도메인 × 3 iter에서 1 ACCEPT였던 것과 비교 — streaming-mode가 fire함.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실험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7.5 Streaming run #1 — DAG 진화 시퀀스 + token cost</a:t>
            </a:r>
          </a:p>
        </p:txBody>
      </p:sp>
      <p:pic>
        <p:nvPicPr>
          <p:cNvPr id="5" name="Picture 4" descr="dag_evolution_s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795760" cy="2457450"/>
          </a:xfrm>
          <a:prstGeom prst="rect">
            <a:avLst/>
          </a:prstGeom>
        </p:spPr>
      </p:pic>
      <p:pic>
        <p:nvPicPr>
          <p:cNvPr id="6" name="Picture 5" descr="token_cost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23360"/>
            <a:ext cx="4114800" cy="25696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4023360"/>
            <a:ext cx="6675120" cy="246888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100">
                <a:solidFill>
                  <a:srgbClr val="36454F"/>
                </a:solidFill>
                <a:latin typeface="NanumGothic"/>
              </a:rPr>
              <a:t>• Test (n=50): CoT 68 % / P-E 58 % / Evolved 62 %.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36454F"/>
                </a:solidFill>
                <a:latin typeface="NanumGothic"/>
              </a:rPr>
              <a:t>• Token / task: CoT 0.46k / P-E 0.79k / Evolved 2.90k (~6.3×).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B85042"/>
                </a:solidFill>
                <a:latin typeface="NanumGothic"/>
              </a:rPr>
              <a:t>• 토큰을 더 써도 정확도가 올라가지 않음 (이 split에서).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36454F"/>
                </a:solidFill>
                <a:latin typeface="NanumGothic"/>
              </a:rPr>
              <a:t>• Evolved가 P-E보다 +4 pp이지만 CoT보다 −6 pp.</a:t>
            </a:r>
          </a:p>
          <a:p>
            <a:pPr>
              <a:lnSpc>
                <a:spcPct val="130000"/>
              </a:lnSpc>
            </a:pPr>
            <a:r>
              <a:rPr sz="1100">
                <a:solidFill>
                  <a:srgbClr val="2C5F2D"/>
                </a:solidFill>
                <a:latin typeface="NanumGothic"/>
              </a:rPr>
              <a:t>• → 'streaming 승리'로 인용 금지 — publishable 신호는 paired ACCEPT.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실험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7.6 Streaming run #2 (MEDIQ s=1) — Δ vs P-E +4pp 재현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8768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/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run #1 (s=0)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run #2 (s=1)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48768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ACCEPT / reject / INVALID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4 / 2 /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2 / 6 /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8768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wall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9h 45m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9h 32m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926080"/>
          <a:ext cx="11064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8862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/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run #1 (s=0)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run #2 (s=1)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38862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CoT test (n=50)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68 %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46 %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862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P-E test (n=50)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58 %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42 %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Evolved test (n=50)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62 %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46 %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63440"/>
            <a:ext cx="11064240" cy="18288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B85042"/>
                </a:solidFill>
                <a:latin typeface="NanumGothic"/>
              </a:rPr>
              <a:t>• 절대 acc는 22 pp 변동 (CoT 68 → 46) — split 난이도가 다름.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2C5F2D"/>
                </a:solidFill>
                <a:latin typeface="NanumGothic"/>
              </a:rPr>
              <a:t>• 그러나 Δ vs P-E = +4pp 가 두 시드에서 *동일하게* 재현 — paired Δ가 split-난이도를 cancel.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INVALID 2건은 둘 다 orphan-edit 패턴 (run #1 4건의 동일 모드 재현) — v3에서 해결.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실험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7.7 §5.1.5 patches + sanity — streaming의 한계 인정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411480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NanumGothic"/>
              </a:rPr>
              <a:t>Patches (commit 8405c78)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max_agents → user prompt # Constraints 라인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AT CAP 시 add_agent 금지 명시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prune-DAG reminder (orphan 방지)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concept-level anti-repeat callout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--max-agents default 6 →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21208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NanumGothic"/>
              </a:rPr>
              <a:t>Sanity (sanity_streaming_v3_mediq_s0)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212080" cy="45720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B=20 R=3 mediq seed=0, ~50분 wall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r2 paired ACCEPT (Δ=+5pp)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_build_user_prompt 직접 호출로 # Constraints 렌더 확인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B85042"/>
                </a:solidFill>
                <a:latin typeface="NanumGothic"/>
              </a:rPr>
              <a:t>• R=3 / cap=8에서 cap-binding / concept-level fire 미관찰 (sample 부족).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B85042"/>
                </a:solidFill>
                <a:latin typeface="NanumGothic"/>
              </a:rPr>
              <a:t>결론: streaming의 cross-batch 절대 acc 비교는 구조적으로 깨짐 → §4.4 v3로 이행.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실험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7.8 Controller v3 첫 run — Evolved beats CoT (+6pp)</a:t>
            </a:r>
          </a:p>
        </p:txBody>
      </p:sp>
      <p:pic>
        <p:nvPicPr>
          <p:cNvPr id="5" name="Picture 4" descr="accuracy_vs_i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5486400" cy="3657600"/>
          </a:xfrm>
          <a:prstGeom prst="rect">
            <a:avLst/>
          </a:prstGeom>
        </p:spPr>
      </p:pic>
      <p:pic>
        <p:nvPicPr>
          <p:cNvPr id="6" name="Picture 5" descr="arch_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25880"/>
            <a:ext cx="5486400" cy="36576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97680"/>
          <a:ext cx="11064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8862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Method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Test acc (n=50)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Tokens / task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Δ vs CoT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38862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CoT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46.0 %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0.55k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862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P-E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50.0 %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1.09k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+4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Evolved (v3, 8 ag, 15 ed)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52.0 %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3.28k (3.0× P-E)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+6 pp 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36454F"/>
                </a:solidFill>
                <a:latin typeface="NanumGothic"/>
              </a:rPr>
              <a:t>MEDIQ seed=0, n_train=30, max_iters=10, wall ≈ 5h (v2 streaming의 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2C5F2D"/>
                </a:solidFill>
                <a:latin typeface="NanumGothic"/>
              </a:rPr>
              <a:t>4 ACCEPT (iter 1, 5, 7, 8) / 6 reject / 0 INVALID — orphan auto-drop이 streaming 30-40% INVALID를 완전 해소.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실험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7.9 v3 vs v2 streaming — 종합 (3 run, MEDIQ)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10"/>
              </a:tblGrid>
              <a:tr h="457200"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Run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wall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ACCEPT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INVALID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Final n_ag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Δ vs CoT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 lIns="45720" rIns="4572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Δ vs P-E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v2 streaming run #1 (s=0)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9h 45m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4 / 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4 / 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−6 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+4 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v2 streaming run #2 (s=1)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9h 32m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2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2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0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+4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4864" rIns="54864"/>
                    <a:lstStyle/>
                    <a:p>
                      <a:pPr algn="l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v3 first run (s=0)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5h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4 / 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0 / 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+6 pp 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lIns="54864" rIns="54864"/>
                    <a:lstStyle/>
                    <a:p>
                      <a:pPr algn="ctr"/>
                      <a:r>
                        <a:rPr sz="1200">
                          <a:solidFill>
                            <a:srgbClr val="36454F"/>
                          </a:solidFill>
                          <a:latin typeface="NanumGothic"/>
                        </a:rPr>
                        <a:t>+2 pp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83280"/>
            <a:ext cx="11064240" cy="310896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2C5F2D"/>
                </a:solidFill>
                <a:latin typeface="NanumGothic"/>
              </a:rPr>
              <a:t>• v3가 같은 ACCEPT 횟수를 ½ wall에 / INVALID 0 / 더 큰 그래프 (8 ag) 로 산출.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2C5F2D"/>
                </a:solidFill>
                <a:latin typeface="NanumGothic"/>
              </a:rPr>
              <a:t>• Δ vs CoT = +6pp 는 파일럿 전체에서 처음 — 단일 시드 한정 강신호.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Δ vs P-E 는 v3에서 +2pp로 줄었지만, 이는 P-E acc가 50%로 좋게 나온 split 효과 가능.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Robust 신호: streaming 두 시드 paired Δ vs P-E = +4pp 재현 (run #1·#2).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B85042"/>
                </a:solidFill>
                <a:latin typeface="NanumGothic"/>
              </a:rPr>
              <a:t>• 미해결: v3는 단일 시드. multi-seed × multi-domain 재현이 venue submission 직전 핵심 작업.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0"/>
            <a:ext cx="228600" cy="8229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017520"/>
            <a:ext cx="10972800" cy="9144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i="0">
                <a:solidFill>
                  <a:srgbClr val="FFFFFF"/>
                </a:solidFill>
                <a:latin typeface="NanumGothic"/>
              </a:rPr>
              <a:t>8. 분석 (Analysis)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972800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CFD3D7"/>
                </a:solidFill>
                <a:latin typeface="NanumGothic"/>
              </a:rPr>
              <a:t>측정 노이즈 · 토큰 비용 · 실패 모드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8.1 측정 노이즈 — paired-batch / full-pass 어떻게 다루나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Same-graph cross-run 노이즈 ±13 pp (FinanceBench v2 retry, MEDIQ run #1→#2 22pp 변동).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Legacy mode는 cross-batch 비교 → 작은 architectural Δ가 노이즈에 휩쓸려 reject.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2C5F2D"/>
                </a:solidFill>
                <a:latin typeface="NanumGothic"/>
              </a:rPr>
              <a:t>• Streaming paired-batch는 best vs candidate를 SAME batch로 평가해 cancel — 1/9 → 4/10 ACCEPT, 두 시드 paired Δ vs P-E = +4pp 재현.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B85042"/>
                </a:solidFill>
                <a:latin typeface="NanumGothic"/>
              </a:rPr>
              <a:t>• 그러나 streaming은 absolute acc가 bootstrap 분포에 의존 → cross-batch best_val_acc 비신뢰.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2C5F2D"/>
                </a:solidFill>
                <a:latin typeface="NanumGothic"/>
              </a:rPr>
              <a:t>• v3 full-pass는 동일한 30 train task 위에서 strict 비교 가능 — MEDIQ s=0에서 INVALID 0 / 4 ACCEPT 산출.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Robust 신호 ranking: paired Δ vs P-E = +4pp (두 시드) &gt; v3 +6pp vs CoT (단일 시드).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8.2 토큰 비용과 실패 모드 (3 모드 종합)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Worker 토큰이 controller 토큰 대비 ~55× (streaming run #1: 4.03M : 73.7k).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2C5F2D"/>
                </a:solidFill>
                <a:latin typeface="NanumGothic"/>
              </a:rPr>
              <a:t>• v3은 [QUERY] fire 시 노드당 1 → 3 LLM 호출 → worker 비용 평균 1.5-2× 증가, 그러나 INVALID 0 으로 wall efficiency는 streaming의 ½.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B85042"/>
                </a:solidFill>
                <a:latin typeface="NanumGothic"/>
              </a:rPr>
              <a:t>• 실패 모드 (v2 run #1·#2 종합): cap binding (6 round), orphan prune (4 round), concept-level repeat (rounds 5-10).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2C5F2D"/>
                </a:solidFill>
                <a:latin typeface="NanumGothic"/>
              </a:rPr>
              <a:t>• v3 해결: (1) max_agents prompt + apply_edits HARD plumbing, (2) orphan auto-drop, (3) concept-level repeat은 여전히 soft → orchestration-layer hard enforcement는 향후.</a:t>
            </a:r>
          </a:p>
          <a:p>
            <a:pPr>
              <a:lnSpc>
                <a:spcPct val="130000"/>
              </a:lnSpc>
            </a:pPr>
            <a:r>
              <a:rPr sz="1200">
                <a:solidFill>
                  <a:srgbClr val="36454F"/>
                </a:solidFill>
                <a:latin typeface="NanumGothic"/>
              </a:rPr>
              <a:t>• Cost-Pareto: v3 (52% @ 3.28k tokens) vs CoT (46% @ 0.55k); 6× 토큰에 +6pp — tokens-for-acc 트레이드오프는 도메인별로 검증 필요.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108960"/>
            <a:ext cx="228600" cy="82296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017520"/>
            <a:ext cx="10972800" cy="9144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i="0">
                <a:solidFill>
                  <a:srgbClr val="FFFFFF"/>
                </a:solidFill>
                <a:latin typeface="NanumGothic"/>
              </a:rPr>
              <a:t>9. 한계 및 향후 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972800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CFD3D7"/>
                </a:solidFill>
                <a:latin typeface="NanumGothic"/>
              </a:rPr>
              <a:t>정직한 자기 평가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9.1 한계 (Limitations) — v3 반영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B85042"/>
                </a:solidFill>
                <a:latin typeface="NanumGothic"/>
              </a:rPr>
              <a:t>• v3 +6pp vs CoT 는 *단일 시드 단일 도메인* (MEDIQ s=0) — multi-seed × multi-domain 재현 미완.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B85042"/>
                </a:solidFill>
                <a:latin typeface="NanumGothic"/>
              </a:rPr>
              <a:t>• ±13 pp 노이즈 floor 가 v3에서도 여전 (run-to-run absolute 22pp 변동 관찰됨).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B85042"/>
                </a:solidFill>
                <a:latin typeface="NanumGothic"/>
              </a:rPr>
              <a:t>• LLM-judge가 same-family Qwen → self-bias 위험 (FinanceBench, AgentClinic).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B85042"/>
                </a:solidFill>
                <a:latin typeface="NanumGothic"/>
              </a:rPr>
              <a:t>• 단일 backbone (Qwen2.5-32B), 단일 judge.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B85042"/>
                </a:solidFill>
                <a:latin typeface="NanumGothic"/>
              </a:rPr>
              <a:t>• v3 wall 5h × seed × domain → 3×3 sweep ~45h (streaming 의 ½, 그러나 여전히 multi-day).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B85042"/>
                </a:solidFill>
                <a:latin typeface="NanumGothic"/>
              </a:rPr>
              <a:t>• ADAS / MaAS / Puppeteer 직접 비교 미실시 — reviewer 첫 질문이 될 항목.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B85042"/>
                </a:solidFill>
                <a:latin typeface="NanumGothic"/>
              </a:rPr>
              <a:t>• Concept-level anti-repeat이 v3에서도 prompt-only soft — orch-layer hard enforcement 필요.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B85042"/>
                </a:solidFill>
                <a:latin typeface="NanumGothic"/>
              </a:rPr>
              <a:t>• [QUERY] fire-rate / parse-rate / 효과 측정 미완 — v3 component-level ablation의 input.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향후 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9.2 향후 작업 (Future Work)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2C5F2D"/>
                </a:solidFill>
                <a:latin typeface="NanumGothic"/>
              </a:rPr>
              <a:t>• §5.2 v3 multi-seed sweep — MEDIQ s={1,2}, AgentClinic s={0,1,2}, FinanceBench s={0,1,2} (예상 ~45h, venue submission 직전 핵심).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§5.3 random-persona ablation (v3 persona를 random text로 교체; reviewer 질문 #1).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§5.4 harness ablation — controller {none, random, fixed-topo, full v3}.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§5.5 [QUERY] / [SUMMARY] component ablation — 각 채널 끄고 효과 격리.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§5.6 두 번째 backbone (Qwen3-72B + Claude/GPT API).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§5.7 LLM-judge 교체 (Claude Haiku 4.5 또는 GPT-4.1-mini).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B85042"/>
                </a:solidFill>
                <a:latin typeface="NanumGothic"/>
              </a:rPr>
              <a:t>• §5.8 ADAS + (MaAS / Puppeteer / EvoMAC) 직접 baseline — 리뷰어 필수 항목, 비협상.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"/>
            <a:ext cx="109728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97BC62"/>
                </a:solidFill>
                <a:latin typeface="NanumGothic"/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36454F"/>
                </a:solidFill>
                <a:latin typeface="NanumGothic"/>
              </a:rPr>
              <a:t>10. 결론 (Conclusion)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>
              <a:lnSpc>
                <a:spcPct val="130000"/>
              </a:lnSpc>
            </a:pPr>
            <a:r>
              <a:rPr sz="1300">
                <a:solidFill>
                  <a:srgbClr val="2C5F2D"/>
                </a:solidFill>
                <a:latin typeface="NanumGothic"/>
              </a:rPr>
              <a:t>• Reflection-only 멀티-에이전트 진화는 *그래프를 움직이게* 만든다 — v2가 도메인 어휘를 가진 specialist persona / triage department 구조를 출력함이 그 증거.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B85042"/>
                </a:solidFill>
                <a:latin typeface="NanumGothic"/>
              </a:rPr>
              <a:t>• v2 @ n=30 단일 시드는 baseline을 못 이김 — ±13pp 노이즈가 architectural 효과를 가림.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2C5F2D"/>
                </a:solidFill>
                <a:latin typeface="NanumGothic"/>
              </a:rPr>
              <a:t>• Streaming paired-batch가 노이즈 floor를 부분 해결 — 1/9 → 4/10 ACCEPT, 두 시드 paired Δ vs P-E = +4pp 재현.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2C5F2D"/>
                </a:solidFill>
                <a:latin typeface="NanumGothic"/>
              </a:rPr>
              <a:t>• Controller v3 (full-pass + 샘플 단위 reflection 30→3→1 + side-channel Q&amp;A + orphan auto-drop) 는 INVALID 0, wall ½, MEDIQ s=0에서 *처음으로* CoT 를 +6pp로 이김.</a:t>
            </a:r>
          </a:p>
          <a:p>
            <a:pPr>
              <a:lnSpc>
                <a:spcPct val="130000"/>
              </a:lnSpc>
            </a:pPr>
            <a:r>
              <a:rPr sz="1300">
                <a:solidFill>
                  <a:srgbClr val="36454F"/>
                </a:solidFill>
                <a:latin typeface="NanumGothic"/>
              </a:rPr>
              <a:t>• 미해결: 단일 시드 한정 강신호. multi-seed × multi-domain × 두 번째 백본 × ADAS 직접 비교가 venue submission 직전 잔여 작업.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64240" cy="118872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20000"/>
              </a:lnSpc>
            </a:pPr>
            <a:r>
              <a:rPr sz="4600" b="1" i="0">
                <a:solidFill>
                  <a:srgbClr val="FFFFFF"/>
                </a:solidFill>
                <a:latin typeface="NanumGothic"/>
              </a:rPr>
              <a:t>감사합니다 — 질의응답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49039"/>
            <a:ext cx="11064240" cy="1463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 i="0">
                <a:solidFill>
                  <a:srgbClr val="CFD3D7"/>
                </a:solidFill>
                <a:latin typeface="NanumGothic"/>
              </a:rPr>
              <a:t>코드 + 결과: github.com/namam3gy · 로드맵: references/roadmap_ko.md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